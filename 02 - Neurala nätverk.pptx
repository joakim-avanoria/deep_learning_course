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85" r:id="rId3"/>
    <p:sldId id="281" r:id="rId4"/>
    <p:sldId id="294" r:id="rId5"/>
    <p:sldId id="286" r:id="rId6"/>
    <p:sldId id="275" r:id="rId7"/>
    <p:sldId id="287" r:id="rId8"/>
    <p:sldId id="288" r:id="rId9"/>
    <p:sldId id="293" r:id="rId10"/>
    <p:sldId id="289" r:id="rId11"/>
    <p:sldId id="290" r:id="rId12"/>
    <p:sldId id="291" r:id="rId13"/>
    <p:sldId id="277" r:id="rId14"/>
    <p:sldId id="292" r:id="rId15"/>
    <p:sldId id="273" r:id="rId16"/>
  </p:sldIdLst>
  <p:sldSz cx="12192000" cy="6858000"/>
  <p:notesSz cx="6858000" cy="9144000"/>
  <p:defaultText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3041"/>
    <a:srgbClr val="07425D"/>
    <a:srgbClr val="161E24"/>
    <a:srgbClr val="3FE7FB"/>
    <a:srgbClr val="8996FE"/>
    <a:srgbClr val="F833FE"/>
    <a:srgbClr val="10161A"/>
    <a:srgbClr val="131A1F"/>
    <a:srgbClr val="0B0D11"/>
    <a:srgbClr val="0D111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C89EF96-8CEA-46FF-86C4-4CE0E7609802}" styleName="Ljust format 3 - Dekorfärg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444" autoAdjust="0"/>
  </p:normalViewPr>
  <p:slideViewPr>
    <p:cSldViewPr snapToGrid="0">
      <p:cViewPr varScale="1">
        <p:scale>
          <a:sx n="115" d="100"/>
          <a:sy n="115" d="100"/>
        </p:scale>
        <p:origin x="2010" y="10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BE9729-3BF4-429A-9051-BF557729B2C9}" type="datetimeFigureOut">
              <a:rPr lang="en-SE" smtClean="0"/>
              <a:t>2026-04-19</a:t>
            </a:fld>
            <a:endParaRPr lang="en-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SE"/>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F15893-0DF5-4007-BFB5-41D74726C9CD}" type="slidenum">
              <a:rPr lang="en-SE" smtClean="0"/>
              <a:t>‹#›</a:t>
            </a:fld>
            <a:endParaRPr lang="en-SE"/>
          </a:p>
        </p:txBody>
      </p:sp>
    </p:spTree>
    <p:extLst>
      <p:ext uri="{BB962C8B-B14F-4D97-AF65-F5344CB8AC3E}">
        <p14:creationId xmlns:p14="http://schemas.microsoft.com/office/powerpoint/2010/main" val="4042555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4526B-5B16-5102-F266-491796998C5A}"/>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60326879-3DC9-E673-4A3F-F5B3FB76242B}"/>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22460A83-BAB9-21BA-EAA4-080FF66212D2}"/>
              </a:ext>
            </a:extLst>
          </p:cNvPr>
          <p:cNvSpPr>
            <a:spLocks noGrp="1"/>
          </p:cNvSpPr>
          <p:nvPr>
            <p:ph type="body" idx="1"/>
          </p:nvPr>
        </p:nvSpPr>
        <p:spPr/>
        <p:txBody>
          <a:bodyPr/>
          <a:lstStyle/>
          <a:p>
            <a:r>
              <a:rPr lang="sv-SE" dirty="0"/>
              <a:t>Nu ska vi gå från översikt till själva kärnan i </a:t>
            </a:r>
            <a:r>
              <a:rPr lang="sv-SE" dirty="0" err="1"/>
              <a:t>deep</a:t>
            </a:r>
            <a:r>
              <a:rPr lang="sv-SE" dirty="0"/>
              <a:t> </a:t>
            </a:r>
            <a:r>
              <a:rPr lang="sv-SE" dirty="0" err="1"/>
              <a:t>learning</a:t>
            </a:r>
            <a:r>
              <a:rPr lang="sv-SE" dirty="0"/>
              <a:t>, nämligen neurala nätverk.</a:t>
            </a:r>
          </a:p>
          <a:p>
            <a:r>
              <a:rPr lang="sv-SE" dirty="0"/>
              <a:t>I den förra videon pratade vi om varför </a:t>
            </a:r>
            <a:r>
              <a:rPr lang="sv-SE" dirty="0" err="1"/>
              <a:t>deep</a:t>
            </a:r>
            <a:r>
              <a:rPr lang="sv-SE" dirty="0"/>
              <a:t> </a:t>
            </a:r>
            <a:r>
              <a:rPr lang="sv-SE" dirty="0" err="1"/>
              <a:t>learning</a:t>
            </a:r>
            <a:r>
              <a:rPr lang="sv-SE" dirty="0"/>
              <a:t> blivit viktigt, vilka typer av problem det ofta passar för och hur det hänger ihop med </a:t>
            </a:r>
            <a:r>
              <a:rPr lang="sv-SE" dirty="0" err="1"/>
              <a:t>machine</a:t>
            </a:r>
            <a:r>
              <a:rPr lang="sv-SE" dirty="0"/>
              <a:t> </a:t>
            </a:r>
            <a:r>
              <a:rPr lang="sv-SE" dirty="0" err="1"/>
              <a:t>learning</a:t>
            </a:r>
            <a:r>
              <a:rPr lang="sv-SE" dirty="0"/>
              <a:t> i stort. Nu ska vi gå ett steg närmare själva modellen.</a:t>
            </a:r>
          </a:p>
          <a:p>
            <a:r>
              <a:rPr lang="sv-SE" dirty="0"/>
              <a:t>Målet i den här videon är att förstå vad ett neuralt nätverk faktiskt består av. Inte på den nivån att vi ska härleda alla formler eller förstå varje träningsdetalj ännu, utan på en nivå där vi ser de viktigaste byggstenarna och förstår hur de hänger ihop.</a:t>
            </a:r>
          </a:p>
          <a:p>
            <a:r>
              <a:rPr lang="sv-SE" dirty="0"/>
              <a:t>Det här är en väldigt viktig video, eftersom mycket av resten av kursen blir lättare om den här grundbilden sitter ordentligt.</a:t>
            </a:r>
          </a:p>
          <a:p>
            <a:endParaRPr lang="en-SE" dirty="0"/>
          </a:p>
        </p:txBody>
      </p:sp>
      <p:sp>
        <p:nvSpPr>
          <p:cNvPr id="4" name="Platshållare för bildnummer 3">
            <a:extLst>
              <a:ext uri="{FF2B5EF4-FFF2-40B4-BE49-F238E27FC236}">
                <a16:creationId xmlns:a16="http://schemas.microsoft.com/office/drawing/2014/main" id="{D1FE3D16-D2CA-42FB-9050-34B5431DFE8B}"/>
              </a:ext>
            </a:extLst>
          </p:cNvPr>
          <p:cNvSpPr>
            <a:spLocks noGrp="1"/>
          </p:cNvSpPr>
          <p:nvPr>
            <p:ph type="sldNum" sz="quarter" idx="5"/>
          </p:nvPr>
        </p:nvSpPr>
        <p:spPr/>
        <p:txBody>
          <a:bodyPr/>
          <a:lstStyle/>
          <a:p>
            <a:fld id="{DFF15893-0DF5-4007-BFB5-41D74726C9CD}" type="slidenum">
              <a:rPr lang="en-SE" smtClean="0"/>
              <a:t>1</a:t>
            </a:fld>
            <a:endParaRPr lang="en-SE"/>
          </a:p>
        </p:txBody>
      </p:sp>
    </p:spTree>
    <p:extLst>
      <p:ext uri="{BB962C8B-B14F-4D97-AF65-F5344CB8AC3E}">
        <p14:creationId xmlns:p14="http://schemas.microsoft.com/office/powerpoint/2010/main" val="22572013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8C6F2-998C-A529-63B0-7F92C2C51147}"/>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D4027624-F980-5161-AFAA-DF5D0592D1E4}"/>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7E9D54CE-59B1-91D9-4536-2CAD8D493200}"/>
              </a:ext>
            </a:extLst>
          </p:cNvPr>
          <p:cNvSpPr>
            <a:spLocks noGrp="1"/>
          </p:cNvSpPr>
          <p:nvPr>
            <p:ph type="body" idx="1"/>
          </p:nvPr>
        </p:nvSpPr>
        <p:spPr/>
        <p:txBody>
          <a:bodyPr/>
          <a:lstStyle/>
          <a:p>
            <a:r>
              <a:rPr lang="sv-SE" dirty="0"/>
              <a:t>Låt oss börja så enkelt som möjligt.</a:t>
            </a:r>
          </a:p>
          <a:p>
            <a:r>
              <a:rPr lang="sv-SE" dirty="0"/>
              <a:t>Ett neuralt nätverk är i grunden en modell som tar in någon form av input och producerar någon form av output. Det är alltså samma grundidé som i annan </a:t>
            </a:r>
            <a:r>
              <a:rPr lang="sv-SE" dirty="0" err="1"/>
              <a:t>machine</a:t>
            </a:r>
            <a:r>
              <a:rPr lang="sv-SE" dirty="0"/>
              <a:t> </a:t>
            </a:r>
            <a:r>
              <a:rPr lang="sv-SE" dirty="0" err="1"/>
              <a:t>learning</a:t>
            </a:r>
            <a:r>
              <a:rPr lang="sv-SE" dirty="0"/>
              <a:t>: vi har indata, modellen gör beräkningar, och till sist får vi ett resultat.</a:t>
            </a:r>
          </a:p>
          <a:p>
            <a:r>
              <a:rPr lang="sv-SE" dirty="0"/>
              <a:t>Input kan vara många olika saker. Det kan vara vanliga numeriska features i tabellform, till exempel ålder, inkomst eller antal köp. Men det kan också vara </a:t>
            </a:r>
            <a:r>
              <a:rPr lang="sv-SE" dirty="0" err="1"/>
              <a:t>bilddata</a:t>
            </a:r>
            <a:r>
              <a:rPr lang="sv-SE" dirty="0"/>
              <a:t>, text eller andra mer komplexa typer av data.</a:t>
            </a:r>
          </a:p>
          <a:p>
            <a:r>
              <a:rPr lang="sv-SE" dirty="0"/>
              <a:t>Outputen beror på problemet. Om vi jobbar med regression kan output vara ett tal, till exempel ett pris eller en prognos. Om vi jobbar med klassificering kan output vara en klass eller en sannolikhetsfördelning över flera klasser.</a:t>
            </a:r>
          </a:p>
          <a:p>
            <a:r>
              <a:rPr lang="sv-SE" dirty="0"/>
              <a:t>Så på en övergripande nivå är ett neuralt nätverk fortfarande bara en modell som försöker lära sig en funktion från input till output. Det som gör det speciellt är hur den modellen är uppbyggd internt.</a:t>
            </a:r>
          </a:p>
        </p:txBody>
      </p:sp>
      <p:sp>
        <p:nvSpPr>
          <p:cNvPr id="4" name="Platshållare för bildnummer 3">
            <a:extLst>
              <a:ext uri="{FF2B5EF4-FFF2-40B4-BE49-F238E27FC236}">
                <a16:creationId xmlns:a16="http://schemas.microsoft.com/office/drawing/2014/main" id="{1B8F591F-755F-8AAB-70C3-9EC16AB82DD1}"/>
              </a:ext>
            </a:extLst>
          </p:cNvPr>
          <p:cNvSpPr>
            <a:spLocks noGrp="1"/>
          </p:cNvSpPr>
          <p:nvPr>
            <p:ph type="sldNum" sz="quarter" idx="5"/>
          </p:nvPr>
        </p:nvSpPr>
        <p:spPr/>
        <p:txBody>
          <a:bodyPr/>
          <a:lstStyle/>
          <a:p>
            <a:fld id="{DFF15893-0DF5-4007-BFB5-41D74726C9CD}" type="slidenum">
              <a:rPr lang="en-SE" smtClean="0"/>
              <a:t>2</a:t>
            </a:fld>
            <a:endParaRPr lang="en-SE"/>
          </a:p>
        </p:txBody>
      </p:sp>
    </p:spTree>
    <p:extLst>
      <p:ext uri="{BB962C8B-B14F-4D97-AF65-F5344CB8AC3E}">
        <p14:creationId xmlns:p14="http://schemas.microsoft.com/office/powerpoint/2010/main" val="1063762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5A7E5-3F53-35E7-3E6D-2D450282FE46}"/>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72D5C217-245F-F0AC-6CD2-957143207EAD}"/>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9B289521-E5E3-2261-0E1D-E1E7A597EA8A}"/>
              </a:ext>
            </a:extLst>
          </p:cNvPr>
          <p:cNvSpPr>
            <a:spLocks noGrp="1"/>
          </p:cNvSpPr>
          <p:nvPr>
            <p:ph type="body" idx="1"/>
          </p:nvPr>
        </p:nvSpPr>
        <p:spPr/>
        <p:txBody>
          <a:bodyPr/>
          <a:lstStyle/>
          <a:p>
            <a:r>
              <a:rPr lang="sv-SE" dirty="0"/>
              <a:t>Den här bilden visar inte ett helt nätverk, utan en väldigt förenklad intuition för hur en neuron räknar. Vi har ett inputvärde, vi har en konstantdel som hjälper oss representera bias, och båda de här delarna får vikter. Tillsammans ger de ett nytt värde, som vi ofta kallar z. Poängen här är inte att kunna formeln utantill, utan att förstå att en neuron väger ihop sina inputs och får fram ett nytt värde som sedan kan skickas vidare.</a:t>
            </a:r>
          </a:p>
        </p:txBody>
      </p:sp>
      <p:sp>
        <p:nvSpPr>
          <p:cNvPr id="4" name="Platshållare för bildnummer 3">
            <a:extLst>
              <a:ext uri="{FF2B5EF4-FFF2-40B4-BE49-F238E27FC236}">
                <a16:creationId xmlns:a16="http://schemas.microsoft.com/office/drawing/2014/main" id="{D618E8D7-D76D-A90E-8B4D-A0B4982CC668}"/>
              </a:ext>
            </a:extLst>
          </p:cNvPr>
          <p:cNvSpPr>
            <a:spLocks noGrp="1"/>
          </p:cNvSpPr>
          <p:nvPr>
            <p:ph type="sldNum" sz="quarter" idx="5"/>
          </p:nvPr>
        </p:nvSpPr>
        <p:spPr/>
        <p:txBody>
          <a:bodyPr/>
          <a:lstStyle/>
          <a:p>
            <a:fld id="{DFF15893-0DF5-4007-BFB5-41D74726C9CD}" type="slidenum">
              <a:rPr lang="en-SE" smtClean="0"/>
              <a:t>3</a:t>
            </a:fld>
            <a:endParaRPr lang="en-SE"/>
          </a:p>
        </p:txBody>
      </p:sp>
    </p:spTree>
    <p:extLst>
      <p:ext uri="{BB962C8B-B14F-4D97-AF65-F5344CB8AC3E}">
        <p14:creationId xmlns:p14="http://schemas.microsoft.com/office/powerpoint/2010/main" val="17900255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E0636-DADD-3150-32C7-F751F77814C8}"/>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E2535422-D3C1-7022-6D7F-E024CC6CD088}"/>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4A60F40B-7EF4-84C2-997B-04F0567E2ECA}"/>
              </a:ext>
            </a:extLst>
          </p:cNvPr>
          <p:cNvSpPr>
            <a:spLocks noGrp="1"/>
          </p:cNvSpPr>
          <p:nvPr>
            <p:ph type="body" idx="1"/>
          </p:nvPr>
        </p:nvSpPr>
        <p:spPr/>
        <p:txBody>
          <a:bodyPr/>
          <a:lstStyle/>
          <a:p>
            <a:r>
              <a:rPr lang="sv-SE" dirty="0"/>
              <a:t>Det första man behöver förstå är att ett neuralt nätverk består av lager.</a:t>
            </a:r>
          </a:p>
          <a:p>
            <a:r>
              <a:rPr lang="sv-SE" dirty="0"/>
              <a:t>Vi brukar prata om tre huvudtyper av lager. Först har vi input-lagret. Det är där </a:t>
            </a:r>
            <a:r>
              <a:rPr lang="sv-SE" dirty="0" err="1"/>
              <a:t>datan</a:t>
            </a:r>
            <a:r>
              <a:rPr lang="sv-SE" dirty="0"/>
              <a:t> kommer in i modellen. Sedan har vi ett eller flera dolda lager, alltså </a:t>
            </a:r>
            <a:r>
              <a:rPr lang="sv-SE" dirty="0" err="1"/>
              <a:t>hidden</a:t>
            </a:r>
            <a:r>
              <a:rPr lang="sv-SE" dirty="0"/>
              <a:t> </a:t>
            </a:r>
            <a:r>
              <a:rPr lang="sv-SE" dirty="0" err="1"/>
              <a:t>layers</a:t>
            </a:r>
            <a:r>
              <a:rPr lang="sv-SE" dirty="0"/>
              <a:t>. Det är där större delen av nätverkets interna bearbetning sker. Till sist har vi output-lagret, som producerar modellens slutliga svar.</a:t>
            </a:r>
          </a:p>
          <a:p>
            <a:r>
              <a:rPr lang="sv-SE" dirty="0"/>
              <a:t>Input-lagret gör egentligen inte så mycket mer än att representera de värden vi matar in. De dolda lagren är däremot det som gör att modellen kan omvandla information steg för steg. Och output-lagret är anpassat efter vilken typ av problem vi vill lösa.</a:t>
            </a:r>
          </a:p>
          <a:p>
            <a:r>
              <a:rPr lang="sv-SE" dirty="0"/>
              <a:t>Det är alltså därför vi kallar det ett nätverk. Vi har många små beräkningsenheter som är kopplade till varandra genom flera lager.</a:t>
            </a:r>
          </a:p>
        </p:txBody>
      </p:sp>
      <p:sp>
        <p:nvSpPr>
          <p:cNvPr id="4" name="Platshållare för bildnummer 3">
            <a:extLst>
              <a:ext uri="{FF2B5EF4-FFF2-40B4-BE49-F238E27FC236}">
                <a16:creationId xmlns:a16="http://schemas.microsoft.com/office/drawing/2014/main" id="{1B270501-CDDD-CDD7-A14A-9AC9A1CDADC3}"/>
              </a:ext>
            </a:extLst>
          </p:cNvPr>
          <p:cNvSpPr>
            <a:spLocks noGrp="1"/>
          </p:cNvSpPr>
          <p:nvPr>
            <p:ph type="sldNum" sz="quarter" idx="5"/>
          </p:nvPr>
        </p:nvSpPr>
        <p:spPr/>
        <p:txBody>
          <a:bodyPr/>
          <a:lstStyle/>
          <a:p>
            <a:fld id="{DFF15893-0DF5-4007-BFB5-41D74726C9CD}" type="slidenum">
              <a:rPr lang="en-SE" smtClean="0"/>
              <a:t>4</a:t>
            </a:fld>
            <a:endParaRPr lang="en-SE"/>
          </a:p>
        </p:txBody>
      </p:sp>
    </p:spTree>
    <p:extLst>
      <p:ext uri="{BB962C8B-B14F-4D97-AF65-F5344CB8AC3E}">
        <p14:creationId xmlns:p14="http://schemas.microsoft.com/office/powerpoint/2010/main" val="6630231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B4587-6B15-B98C-E108-625A2D3EF0A2}"/>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7E3EF208-3A33-1291-0EBE-7EAA49C2A917}"/>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2A0606DB-39C9-672A-5B22-2F5546CC5B30}"/>
              </a:ext>
            </a:extLst>
          </p:cNvPr>
          <p:cNvSpPr>
            <a:spLocks noGrp="1"/>
          </p:cNvSpPr>
          <p:nvPr>
            <p:ph type="body" idx="1"/>
          </p:nvPr>
        </p:nvSpPr>
        <p:spPr/>
        <p:txBody>
          <a:bodyPr/>
          <a:lstStyle/>
          <a:p>
            <a:r>
              <a:rPr lang="sv-SE" dirty="0"/>
              <a:t>Nästa byggsten är neuronen.</a:t>
            </a:r>
          </a:p>
          <a:p>
            <a:r>
              <a:rPr lang="sv-SE" dirty="0"/>
              <a:t>En neuron är en liten beräkningsenhet i nätverket. Den tar emot flera inputvärden från föregående lager. Sedan gör den en beräkning på de värdena, och skickar vidare ett nytt värde till nästa lager.</a:t>
            </a:r>
          </a:p>
          <a:p>
            <a:r>
              <a:rPr lang="sv-SE" dirty="0"/>
              <a:t>Det här är viktigt att förstå: en neuron är inte intelligent i sig själv. Den gör bara en ganska enkel matematisk operation. Men när väldigt många neuroner kopplas samman i flera lager får vi en modell som kan lära sig mycket komplexa samband.</a:t>
            </a:r>
          </a:p>
          <a:p>
            <a:r>
              <a:rPr lang="sv-SE" dirty="0"/>
              <a:t>Så det man ska tänka här är inte att en enskild neuron är imponerande, utan att många enkla enheter tillsammans kan skapa något mycket kraftfullt.</a:t>
            </a:r>
          </a:p>
        </p:txBody>
      </p:sp>
      <p:sp>
        <p:nvSpPr>
          <p:cNvPr id="4" name="Platshållare för bildnummer 3">
            <a:extLst>
              <a:ext uri="{FF2B5EF4-FFF2-40B4-BE49-F238E27FC236}">
                <a16:creationId xmlns:a16="http://schemas.microsoft.com/office/drawing/2014/main" id="{9E5324DD-CD91-7C42-97DF-D22997257601}"/>
              </a:ext>
            </a:extLst>
          </p:cNvPr>
          <p:cNvSpPr>
            <a:spLocks noGrp="1"/>
          </p:cNvSpPr>
          <p:nvPr>
            <p:ph type="sldNum" sz="quarter" idx="5"/>
          </p:nvPr>
        </p:nvSpPr>
        <p:spPr/>
        <p:txBody>
          <a:bodyPr/>
          <a:lstStyle/>
          <a:p>
            <a:fld id="{DFF15893-0DF5-4007-BFB5-41D74726C9CD}" type="slidenum">
              <a:rPr lang="en-SE" smtClean="0"/>
              <a:t>5</a:t>
            </a:fld>
            <a:endParaRPr lang="en-SE"/>
          </a:p>
        </p:txBody>
      </p:sp>
    </p:spTree>
    <p:extLst>
      <p:ext uri="{BB962C8B-B14F-4D97-AF65-F5344CB8AC3E}">
        <p14:creationId xmlns:p14="http://schemas.microsoft.com/office/powerpoint/2010/main" val="39757320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B21EF-D491-CBE9-ED8F-2660FD7938AF}"/>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E80CB9A1-A970-8AEE-5964-4E59A138F7BA}"/>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A17BE0AB-AA73-31AA-4F8C-8AA87F0A3E91}"/>
              </a:ext>
            </a:extLst>
          </p:cNvPr>
          <p:cNvSpPr>
            <a:spLocks noGrp="1"/>
          </p:cNvSpPr>
          <p:nvPr>
            <p:ph type="body" idx="1"/>
          </p:nvPr>
        </p:nvSpPr>
        <p:spPr/>
        <p:txBody>
          <a:bodyPr/>
          <a:lstStyle/>
          <a:p>
            <a:r>
              <a:rPr lang="sv-SE" dirty="0"/>
              <a:t>Så vad gör neuronen rent konkret?</a:t>
            </a:r>
          </a:p>
          <a:p>
            <a:r>
              <a:rPr lang="sv-SE" dirty="0"/>
              <a:t>Den tar först emot flera inputvärden. Varje input kopplas till en vikt. Vikten säger ungefär hur starkt just den signalen ska påverka neuronen.</a:t>
            </a:r>
          </a:p>
          <a:p>
            <a:r>
              <a:rPr lang="sv-SE" dirty="0"/>
              <a:t>Sedan summeras de viktade värdena. Efter det lägger man till något som kallas bias. Bias kan man tänka på som en justerbar förskjutning som hjälper modellen att flytta sin beräkning på ett mer flexibelt sätt.</a:t>
            </a:r>
          </a:p>
          <a:p>
            <a:r>
              <a:rPr lang="sv-SE" dirty="0"/>
              <a:t>När vi har den här summan skickas resultatet vidare genom en aktiveringsfunktion. Det är den som avgör vilket värde neuronen faktiskt skickar vidare.</a:t>
            </a:r>
          </a:p>
          <a:p>
            <a:r>
              <a:rPr lang="sv-SE" dirty="0"/>
              <a:t>Så även om det låter som flera steg, är grundidén egentligen ganska enkel: neuronen väger ihop sina inputs, justerar resultatet lite, och skickar sedan vidare ett nytt värde.</a:t>
            </a:r>
          </a:p>
        </p:txBody>
      </p:sp>
      <p:sp>
        <p:nvSpPr>
          <p:cNvPr id="4" name="Platshållare för bildnummer 3">
            <a:extLst>
              <a:ext uri="{FF2B5EF4-FFF2-40B4-BE49-F238E27FC236}">
                <a16:creationId xmlns:a16="http://schemas.microsoft.com/office/drawing/2014/main" id="{61890E40-9066-58A4-BA2C-A2CDA4711383}"/>
              </a:ext>
            </a:extLst>
          </p:cNvPr>
          <p:cNvSpPr>
            <a:spLocks noGrp="1"/>
          </p:cNvSpPr>
          <p:nvPr>
            <p:ph type="sldNum" sz="quarter" idx="5"/>
          </p:nvPr>
        </p:nvSpPr>
        <p:spPr/>
        <p:txBody>
          <a:bodyPr/>
          <a:lstStyle/>
          <a:p>
            <a:fld id="{DFF15893-0DF5-4007-BFB5-41D74726C9CD}" type="slidenum">
              <a:rPr lang="en-SE" smtClean="0"/>
              <a:t>6</a:t>
            </a:fld>
            <a:endParaRPr lang="en-SE"/>
          </a:p>
        </p:txBody>
      </p:sp>
    </p:spTree>
    <p:extLst>
      <p:ext uri="{BB962C8B-B14F-4D97-AF65-F5344CB8AC3E}">
        <p14:creationId xmlns:p14="http://schemas.microsoft.com/office/powerpoint/2010/main" val="21073420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92788-3B62-CFFB-D7A3-23ED1B9BF7D1}"/>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3AC3DAAF-22EE-23BF-EEF1-E230F54360A4}"/>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49CBD358-13C4-BB7D-3E62-2C48D2A9FF78}"/>
              </a:ext>
            </a:extLst>
          </p:cNvPr>
          <p:cNvSpPr>
            <a:spLocks noGrp="1"/>
          </p:cNvSpPr>
          <p:nvPr>
            <p:ph type="body" idx="1"/>
          </p:nvPr>
        </p:nvSpPr>
        <p:spPr/>
        <p:txBody>
          <a:bodyPr/>
          <a:lstStyle/>
          <a:p>
            <a:r>
              <a:rPr lang="sv-SE" dirty="0"/>
              <a:t>Vikter avgör hur mycket olika inputsignaler påverkar neuronen. Om en viss input har en stor positiv vikt betyder det att den signalen bidrar starkt i den riktningen. Om vikten är liten påverkar signalen mindre. Och om vikten är negativ kan den dra beräkningen åt motsatt håll.</a:t>
            </a:r>
          </a:p>
          <a:p>
            <a:r>
              <a:rPr lang="sv-SE" dirty="0"/>
              <a:t>Det här är en väldigt viktig intuition: nätverket lär sig inte bara att titta på inputs, utan också hur mycket olika inputs ska spela roll i olika delar av modellen.</a:t>
            </a:r>
          </a:p>
          <a:p>
            <a:r>
              <a:rPr lang="sv-SE" dirty="0"/>
              <a:t>När vi senare säger att modellen tränas, så är en stor del av det som händer att vikterna justeras. Träningen handlar alltså till stor del om att hitta bättre vikter, så att nätverket gör bättre prediktioner.</a:t>
            </a:r>
          </a:p>
          <a:p>
            <a:r>
              <a:rPr lang="sv-SE" dirty="0"/>
              <a:t>Så om du vill ha en första enkel bild av vad modellen lär sig, då är ett bra svar: den lär sig vilka vikter som fungerar bäst.</a:t>
            </a:r>
          </a:p>
        </p:txBody>
      </p:sp>
      <p:sp>
        <p:nvSpPr>
          <p:cNvPr id="4" name="Platshållare för bildnummer 3">
            <a:extLst>
              <a:ext uri="{FF2B5EF4-FFF2-40B4-BE49-F238E27FC236}">
                <a16:creationId xmlns:a16="http://schemas.microsoft.com/office/drawing/2014/main" id="{9C2313D1-0152-A14D-1107-BC21EEC21E00}"/>
              </a:ext>
            </a:extLst>
          </p:cNvPr>
          <p:cNvSpPr>
            <a:spLocks noGrp="1"/>
          </p:cNvSpPr>
          <p:nvPr>
            <p:ph type="sldNum" sz="quarter" idx="5"/>
          </p:nvPr>
        </p:nvSpPr>
        <p:spPr/>
        <p:txBody>
          <a:bodyPr/>
          <a:lstStyle/>
          <a:p>
            <a:fld id="{DFF15893-0DF5-4007-BFB5-41D74726C9CD}" type="slidenum">
              <a:rPr lang="en-SE" smtClean="0"/>
              <a:t>7</a:t>
            </a:fld>
            <a:endParaRPr lang="en-SE"/>
          </a:p>
        </p:txBody>
      </p:sp>
    </p:spTree>
    <p:extLst>
      <p:ext uri="{BB962C8B-B14F-4D97-AF65-F5344CB8AC3E}">
        <p14:creationId xmlns:p14="http://schemas.microsoft.com/office/powerpoint/2010/main" val="42745138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7C8F2-F1BD-5AD7-09CA-4DBAE7C7604C}"/>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0D13AE04-EC3C-DCE9-B2F2-9CF3A8D9067E}"/>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9DF29D78-CBFB-6928-06BC-C25EF3BF26E2}"/>
              </a:ext>
            </a:extLst>
          </p:cNvPr>
          <p:cNvSpPr>
            <a:spLocks noGrp="1"/>
          </p:cNvSpPr>
          <p:nvPr>
            <p:ph type="body" idx="1"/>
          </p:nvPr>
        </p:nvSpPr>
        <p:spPr/>
        <p:txBody>
          <a:bodyPr/>
          <a:lstStyle/>
          <a:p>
            <a:r>
              <a:rPr lang="sv-SE" dirty="0"/>
              <a:t>Bias är ofta lite mindre intuitivt än vikter, men det är också viktigt.</a:t>
            </a:r>
          </a:p>
          <a:p>
            <a:r>
              <a:rPr lang="sv-SE" dirty="0"/>
              <a:t>Om vikterna bestämmer hur starkt olika inputs påverkar beräkningen, så hjälper bias modellen att justera själva utgångsläget. Bias gör att neuronen inte är helt låst till att alltid gå genom ett visst standardläge.</a:t>
            </a:r>
          </a:p>
          <a:p>
            <a:r>
              <a:rPr lang="sv-SE" dirty="0"/>
              <a:t>Ett enkelt sätt att tänka på bias är att det ger modellen extra flexibilitet. Det gör att neuronen kan flytta sin beräkning på ett mer användbart sätt, i stället för att bara reagera på inputs helt mekaniskt.</a:t>
            </a:r>
          </a:p>
          <a:p>
            <a:r>
              <a:rPr lang="sv-SE" dirty="0"/>
              <a:t>Så vikterna säger ungefär hur starkt varje input påverkar. Bias hjälper modellen att justera var själva tröskeln eller utgångspunkten ligger.</a:t>
            </a:r>
          </a:p>
          <a:p>
            <a:r>
              <a:rPr lang="sv-SE" dirty="0"/>
              <a:t>Du behöver inte kunna den perfekta matematiska intuitionen för bias direkt. Men det är bra att förstå att det är en viktig del av varför neuroner blir flexibla nog att lära sig användbara samband.</a:t>
            </a:r>
          </a:p>
        </p:txBody>
      </p:sp>
      <p:sp>
        <p:nvSpPr>
          <p:cNvPr id="4" name="Platshållare för bildnummer 3">
            <a:extLst>
              <a:ext uri="{FF2B5EF4-FFF2-40B4-BE49-F238E27FC236}">
                <a16:creationId xmlns:a16="http://schemas.microsoft.com/office/drawing/2014/main" id="{5B0BA52B-F063-852E-02C9-4D3440A02EAD}"/>
              </a:ext>
            </a:extLst>
          </p:cNvPr>
          <p:cNvSpPr>
            <a:spLocks noGrp="1"/>
          </p:cNvSpPr>
          <p:nvPr>
            <p:ph type="sldNum" sz="quarter" idx="5"/>
          </p:nvPr>
        </p:nvSpPr>
        <p:spPr/>
        <p:txBody>
          <a:bodyPr/>
          <a:lstStyle/>
          <a:p>
            <a:fld id="{DFF15893-0DF5-4007-BFB5-41D74726C9CD}" type="slidenum">
              <a:rPr lang="en-SE" smtClean="0"/>
              <a:t>8</a:t>
            </a:fld>
            <a:endParaRPr lang="en-SE"/>
          </a:p>
        </p:txBody>
      </p:sp>
    </p:spTree>
    <p:extLst>
      <p:ext uri="{BB962C8B-B14F-4D97-AF65-F5344CB8AC3E}">
        <p14:creationId xmlns:p14="http://schemas.microsoft.com/office/powerpoint/2010/main" val="1375730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5BFE5-AF22-5C70-21BD-C7060F6BF85A}"/>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198B5B6B-7E42-20B3-A8A6-C6964CDA7BC4}"/>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Platshållare för anteckningar 2">
                <a:extLst>
                  <a:ext uri="{FF2B5EF4-FFF2-40B4-BE49-F238E27FC236}">
                    <a16:creationId xmlns:a16="http://schemas.microsoft.com/office/drawing/2014/main" id="{7926216F-5364-9594-3237-755BCD7DFACF}"/>
                  </a:ext>
                </a:extLst>
              </p:cNvPr>
              <p:cNvSpPr>
                <a:spLocks noGrp="1"/>
              </p:cNvSpPr>
              <p:nvPr>
                <p:ph type="body" idx="1"/>
              </p:nvPr>
            </p:nvSpPr>
            <p:spPr/>
            <p:txBody>
              <a:bodyPr/>
              <a:lstStyle/>
              <a:p>
                <a:r>
                  <a:rPr lang="en-US" dirty="0" err="1"/>
                  <a:t>Hittills</a:t>
                </a:r>
                <a:r>
                  <a:rPr lang="en-US" dirty="0"/>
                  <a:t> </a:t>
                </a:r>
                <a:r>
                  <a:rPr lang="en-US" dirty="0" err="1"/>
                  <a:t>har</a:t>
                </a:r>
                <a:r>
                  <a:rPr lang="en-US" dirty="0"/>
                  <a:t> vi </a:t>
                </a:r>
                <a:r>
                  <a:rPr lang="en-US" dirty="0" err="1"/>
                  <a:t>sagt</a:t>
                </a:r>
                <a:r>
                  <a:rPr lang="en-US" dirty="0"/>
                  <a:t> </a:t>
                </a:r>
                <a:r>
                  <a:rPr lang="en-US" dirty="0" err="1"/>
                  <a:t>att</a:t>
                </a:r>
                <a:r>
                  <a:rPr lang="en-US" dirty="0"/>
                  <a:t> </a:t>
                </a:r>
                <a:r>
                  <a:rPr lang="en-US" dirty="0" err="1"/>
                  <a:t>neuronen</a:t>
                </a:r>
                <a:r>
                  <a:rPr lang="en-US" dirty="0"/>
                  <a:t> tar </a:t>
                </a:r>
                <a:r>
                  <a:rPr lang="en-US" dirty="0" err="1"/>
                  <a:t>emot</a:t>
                </a:r>
                <a:r>
                  <a:rPr lang="en-US" dirty="0"/>
                  <a:t> input, </a:t>
                </a:r>
                <a:r>
                  <a:rPr lang="en-US" dirty="0" err="1"/>
                  <a:t>väger</a:t>
                </a:r>
                <a:r>
                  <a:rPr lang="en-US" dirty="0"/>
                  <a:t> </a:t>
                </a:r>
                <a:r>
                  <a:rPr lang="en-US" dirty="0" err="1"/>
                  <a:t>ihop</a:t>
                </a:r>
                <a:r>
                  <a:rPr lang="en-US" dirty="0"/>
                  <a:t> </a:t>
                </a:r>
                <a:r>
                  <a:rPr lang="en-US" dirty="0" err="1"/>
                  <a:t>värdena</a:t>
                </a:r>
                <a:r>
                  <a:rPr lang="en-US" dirty="0"/>
                  <a:t> med </a:t>
                </a:r>
                <a:r>
                  <a:rPr lang="en-US" dirty="0" err="1"/>
                  <a:t>hjälp</a:t>
                </a:r>
                <a:r>
                  <a:rPr lang="en-US" dirty="0"/>
                  <a:t> av </a:t>
                </a:r>
                <a:r>
                  <a:rPr lang="en-US" dirty="0" err="1"/>
                  <a:t>vikter</a:t>
                </a:r>
                <a:r>
                  <a:rPr lang="en-US" dirty="0"/>
                  <a:t>, </a:t>
                </a:r>
                <a:r>
                  <a:rPr lang="en-US" dirty="0" err="1"/>
                  <a:t>lägger</a:t>
                </a:r>
                <a:r>
                  <a:rPr lang="en-US" dirty="0"/>
                  <a:t> till bias och </a:t>
                </a:r>
                <a:r>
                  <a:rPr lang="en-US" dirty="0" err="1"/>
                  <a:t>får</a:t>
                </a:r>
                <a:r>
                  <a:rPr lang="en-US" dirty="0"/>
                  <a:t> </a:t>
                </a:r>
                <a:r>
                  <a:rPr lang="en-US" dirty="0" err="1"/>
                  <a:t>fram</a:t>
                </a:r>
                <a:r>
                  <a:rPr lang="en-US" dirty="0"/>
                  <a:t> </a:t>
                </a:r>
                <a:r>
                  <a:rPr lang="en-US" dirty="0" err="1"/>
                  <a:t>ett</a:t>
                </a:r>
                <a:r>
                  <a:rPr lang="en-US" dirty="0"/>
                  <a:t> </a:t>
                </a:r>
                <a:r>
                  <a:rPr lang="en-US" dirty="0" err="1"/>
                  <a:t>nytt</a:t>
                </a:r>
                <a:r>
                  <a:rPr lang="en-US" dirty="0"/>
                  <a:t> </a:t>
                </a:r>
                <a:r>
                  <a:rPr lang="en-US" dirty="0" err="1"/>
                  <a:t>värde</a:t>
                </a:r>
                <a:r>
                  <a:rPr lang="en-US" dirty="0"/>
                  <a:t>. Det </a:t>
                </a:r>
                <a:r>
                  <a:rPr lang="en-US" dirty="0" err="1"/>
                  <a:t>värdet</a:t>
                </a:r>
                <a:r>
                  <a:rPr lang="en-US" dirty="0"/>
                  <a:t> </a:t>
                </a:r>
                <a:r>
                  <a:rPr lang="en-US" dirty="0" err="1"/>
                  <a:t>brukar</a:t>
                </a:r>
                <a:r>
                  <a:rPr lang="en-US" dirty="0"/>
                  <a:t> </a:t>
                </a:r>
                <a:r>
                  <a:rPr lang="en-US" dirty="0" err="1"/>
                  <a:t>ofta</a:t>
                </a:r>
                <a:r>
                  <a:rPr lang="en-US" dirty="0"/>
                  <a:t> </a:t>
                </a:r>
                <a:r>
                  <a:rPr lang="en-US" dirty="0" err="1"/>
                  <a:t>kallas</a:t>
                </a:r>
                <a:r>
                  <a:rPr lang="en-US" dirty="0"/>
                  <a:t> </a:t>
                </a:r>
                <a14:m>
                  <m:oMath xmlns:m="http://schemas.openxmlformats.org/officeDocument/2006/math">
                    <m:r>
                      <a:rPr lang="en-US" sz="1200" i="1" kern="1200">
                        <a:solidFill>
                          <a:schemeClr val="tx1"/>
                        </a:solidFill>
                        <a:latin typeface="+mn-lt"/>
                        <a:ea typeface="+mn-ea"/>
                        <a:cs typeface="+mn-cs"/>
                      </a:rPr>
                      <m:t>𝑧</m:t>
                    </m:r>
                  </m:oMath>
                </a14:m>
                <a:r>
                  <a:rPr lang="en-US" dirty="0"/>
                  <a:t>.</a:t>
                </a:r>
              </a:p>
              <a:p>
                <a:r>
                  <a:rPr lang="en-US" dirty="0"/>
                  <a:t>Men om vi </a:t>
                </a:r>
                <a:r>
                  <a:rPr lang="en-US" dirty="0" err="1"/>
                  <a:t>stannar</a:t>
                </a:r>
                <a:r>
                  <a:rPr lang="en-US" dirty="0"/>
                  <a:t> </a:t>
                </a:r>
                <a:r>
                  <a:rPr lang="en-US" dirty="0" err="1"/>
                  <a:t>där</a:t>
                </a:r>
                <a:r>
                  <a:rPr lang="en-US" dirty="0"/>
                  <a:t> </a:t>
                </a:r>
                <a:r>
                  <a:rPr lang="en-US" dirty="0" err="1"/>
                  <a:t>blir</a:t>
                </a:r>
                <a:r>
                  <a:rPr lang="en-US" dirty="0"/>
                  <a:t> </a:t>
                </a:r>
                <a:r>
                  <a:rPr lang="en-US" dirty="0" err="1"/>
                  <a:t>modellen</a:t>
                </a:r>
                <a:r>
                  <a:rPr lang="en-US" dirty="0"/>
                  <a:t> för </a:t>
                </a:r>
                <a:r>
                  <a:rPr lang="en-US" dirty="0" err="1"/>
                  <a:t>begränsad</a:t>
                </a:r>
                <a:r>
                  <a:rPr lang="en-US" dirty="0"/>
                  <a:t>. </a:t>
                </a:r>
                <a:r>
                  <a:rPr lang="en-US" dirty="0" err="1"/>
                  <a:t>Även</a:t>
                </a:r>
                <a:r>
                  <a:rPr lang="en-US" dirty="0"/>
                  <a:t> om vi </a:t>
                </a:r>
                <a:r>
                  <a:rPr lang="en-US" dirty="0" err="1"/>
                  <a:t>staplar</a:t>
                </a:r>
                <a:r>
                  <a:rPr lang="en-US" dirty="0"/>
                  <a:t> </a:t>
                </a:r>
                <a:r>
                  <a:rPr lang="en-US" dirty="0" err="1"/>
                  <a:t>flera</a:t>
                </a:r>
                <a:r>
                  <a:rPr lang="en-US" dirty="0"/>
                  <a:t> lager </a:t>
                </a:r>
                <a:r>
                  <a:rPr lang="en-US" dirty="0" err="1"/>
                  <a:t>ovanpå</a:t>
                </a:r>
                <a:r>
                  <a:rPr lang="en-US" dirty="0"/>
                  <a:t> </a:t>
                </a:r>
                <a:r>
                  <a:rPr lang="en-US" dirty="0" err="1"/>
                  <a:t>varandra</a:t>
                </a:r>
                <a:r>
                  <a:rPr lang="en-US" dirty="0"/>
                  <a:t> </a:t>
                </a:r>
                <a:r>
                  <a:rPr lang="en-US" dirty="0" err="1"/>
                  <a:t>blir</a:t>
                </a:r>
                <a:r>
                  <a:rPr lang="en-US" dirty="0"/>
                  <a:t> </a:t>
                </a:r>
                <a:r>
                  <a:rPr lang="en-US" dirty="0" err="1"/>
                  <a:t>nätverket</a:t>
                </a:r>
                <a:r>
                  <a:rPr lang="en-US" dirty="0"/>
                  <a:t> </a:t>
                </a:r>
                <a:r>
                  <a:rPr lang="en-US" dirty="0" err="1"/>
                  <a:t>då</a:t>
                </a:r>
                <a:r>
                  <a:rPr lang="en-US" dirty="0"/>
                  <a:t> </a:t>
                </a:r>
                <a:r>
                  <a:rPr lang="en-US" dirty="0" err="1"/>
                  <a:t>i</a:t>
                </a:r>
                <a:r>
                  <a:rPr lang="en-US" dirty="0"/>
                  <a:t> </a:t>
                </a:r>
                <a:r>
                  <a:rPr lang="en-US" dirty="0" err="1"/>
                  <a:t>praktiken</a:t>
                </a:r>
                <a:r>
                  <a:rPr lang="en-US" dirty="0"/>
                  <a:t> </a:t>
                </a:r>
                <a:r>
                  <a:rPr lang="en-US" dirty="0" err="1"/>
                  <a:t>fortfarande</a:t>
                </a:r>
                <a:r>
                  <a:rPr lang="en-US" dirty="0"/>
                  <a:t> för </a:t>
                </a:r>
                <a:r>
                  <a:rPr lang="en-US" dirty="0" err="1"/>
                  <a:t>linjärt</a:t>
                </a:r>
                <a:r>
                  <a:rPr lang="en-US" dirty="0"/>
                  <a:t>, och det </a:t>
                </a:r>
                <a:r>
                  <a:rPr lang="en-US" dirty="0" err="1"/>
                  <a:t>gör</a:t>
                </a:r>
                <a:r>
                  <a:rPr lang="en-US" dirty="0"/>
                  <a:t> </a:t>
                </a:r>
                <a:r>
                  <a:rPr lang="en-US" dirty="0" err="1"/>
                  <a:t>att</a:t>
                </a:r>
                <a:r>
                  <a:rPr lang="en-US" dirty="0"/>
                  <a:t> </a:t>
                </a:r>
                <a:r>
                  <a:rPr lang="en-US" dirty="0" err="1"/>
                  <a:t>modellen</a:t>
                </a:r>
                <a:r>
                  <a:rPr lang="en-US" dirty="0"/>
                  <a:t> </a:t>
                </a:r>
                <a:r>
                  <a:rPr lang="en-US" dirty="0" err="1"/>
                  <a:t>får</a:t>
                </a:r>
                <a:r>
                  <a:rPr lang="en-US" dirty="0"/>
                  <a:t> </a:t>
                </a:r>
                <a:r>
                  <a:rPr lang="en-US" dirty="0" err="1"/>
                  <a:t>svårt</a:t>
                </a:r>
                <a:r>
                  <a:rPr lang="en-US" dirty="0"/>
                  <a:t> </a:t>
                </a:r>
                <a:r>
                  <a:rPr lang="en-US" dirty="0" err="1"/>
                  <a:t>att</a:t>
                </a:r>
                <a:r>
                  <a:rPr lang="en-US" dirty="0"/>
                  <a:t> </a:t>
                </a:r>
                <a:r>
                  <a:rPr lang="en-US" dirty="0" err="1"/>
                  <a:t>fånga</a:t>
                </a:r>
                <a:r>
                  <a:rPr lang="en-US" dirty="0"/>
                  <a:t> </a:t>
                </a:r>
                <a:r>
                  <a:rPr lang="en-US" dirty="0" err="1"/>
                  <a:t>mer</a:t>
                </a:r>
                <a:r>
                  <a:rPr lang="en-US" dirty="0"/>
                  <a:t> </a:t>
                </a:r>
                <a:r>
                  <a:rPr lang="en-US" dirty="0" err="1"/>
                  <a:t>komplexa</a:t>
                </a:r>
                <a:r>
                  <a:rPr lang="en-US" dirty="0"/>
                  <a:t> </a:t>
                </a:r>
                <a:r>
                  <a:rPr lang="en-US" dirty="0" err="1"/>
                  <a:t>samband</a:t>
                </a:r>
                <a:r>
                  <a:rPr lang="en-US" dirty="0"/>
                  <a:t>.</a:t>
                </a:r>
              </a:p>
              <a:p>
                <a:r>
                  <a:rPr lang="en-US" dirty="0"/>
                  <a:t>Det </a:t>
                </a:r>
                <a:r>
                  <a:rPr lang="en-US" dirty="0" err="1"/>
                  <a:t>är</a:t>
                </a:r>
                <a:r>
                  <a:rPr lang="en-US" dirty="0"/>
                  <a:t> </a:t>
                </a:r>
                <a:r>
                  <a:rPr lang="en-US" dirty="0" err="1"/>
                  <a:t>därför</a:t>
                </a:r>
                <a:r>
                  <a:rPr lang="en-US" dirty="0"/>
                  <a:t> vi </a:t>
                </a:r>
                <a:r>
                  <a:rPr lang="en-US" dirty="0" err="1"/>
                  <a:t>behöver</a:t>
                </a:r>
                <a:r>
                  <a:rPr lang="en-US" dirty="0"/>
                  <a:t> </a:t>
                </a:r>
                <a:r>
                  <a:rPr lang="en-US" dirty="0" err="1"/>
                  <a:t>aktiveringsfunktioner</a:t>
                </a:r>
                <a:r>
                  <a:rPr lang="en-US" dirty="0"/>
                  <a:t>.</a:t>
                </a:r>
              </a:p>
              <a:p>
                <a:r>
                  <a:rPr lang="en-US" dirty="0" err="1"/>
                  <a:t>När</a:t>
                </a:r>
                <a:r>
                  <a:rPr lang="en-US" dirty="0"/>
                  <a:t> </a:t>
                </a:r>
                <a:r>
                  <a:rPr lang="en-US" dirty="0" err="1"/>
                  <a:t>neuronen</a:t>
                </a:r>
                <a:r>
                  <a:rPr lang="en-US" dirty="0"/>
                  <a:t> </a:t>
                </a:r>
                <a:r>
                  <a:rPr lang="en-US" dirty="0" err="1"/>
                  <a:t>har</a:t>
                </a:r>
                <a:r>
                  <a:rPr lang="en-US" dirty="0"/>
                  <a:t> </a:t>
                </a:r>
                <a:r>
                  <a:rPr lang="en-US" dirty="0" err="1"/>
                  <a:t>räknat</a:t>
                </a:r>
                <a:r>
                  <a:rPr lang="en-US" dirty="0"/>
                  <a:t> </a:t>
                </a:r>
                <a:r>
                  <a:rPr lang="en-US" dirty="0" err="1"/>
                  <a:t>fram</a:t>
                </a:r>
                <a:r>
                  <a:rPr lang="en-US" dirty="0"/>
                  <a:t> </a:t>
                </a:r>
                <a:r>
                  <a:rPr lang="en-US" dirty="0" err="1"/>
                  <a:t>sitt</a:t>
                </a:r>
                <a:r>
                  <a:rPr lang="en-US" dirty="0"/>
                  <a:t> </a:t>
                </a:r>
                <a:r>
                  <a:rPr lang="en-US" dirty="0" err="1"/>
                  <a:t>värde</a:t>
                </a:r>
                <a:r>
                  <a:rPr lang="en-US" dirty="0"/>
                  <a:t> </a:t>
                </a:r>
                <a:r>
                  <a:rPr lang="en-US" dirty="0" err="1"/>
                  <a:t>skickas</a:t>
                </a:r>
                <a:r>
                  <a:rPr lang="en-US" dirty="0"/>
                  <a:t> det </a:t>
                </a:r>
                <a:r>
                  <a:rPr lang="en-US" dirty="0" err="1"/>
                  <a:t>vidare</a:t>
                </a:r>
                <a:r>
                  <a:rPr lang="en-US" dirty="0"/>
                  <a:t> </a:t>
                </a:r>
                <a:r>
                  <a:rPr lang="en-US" dirty="0" err="1"/>
                  <a:t>genom</a:t>
                </a:r>
                <a:r>
                  <a:rPr lang="en-US" dirty="0"/>
                  <a:t> </a:t>
                </a:r>
                <a:r>
                  <a:rPr lang="en-US" dirty="0" err="1"/>
                  <a:t>en</a:t>
                </a:r>
                <a:r>
                  <a:rPr lang="en-US" dirty="0"/>
                  <a:t> </a:t>
                </a:r>
                <a:r>
                  <a:rPr lang="en-US" dirty="0" err="1"/>
                  <a:t>funktion</a:t>
                </a:r>
                <a:r>
                  <a:rPr lang="en-US" dirty="0"/>
                  <a:t>. Det </a:t>
                </a:r>
                <a:r>
                  <a:rPr lang="en-US" dirty="0" err="1"/>
                  <a:t>skrivs</a:t>
                </a:r>
                <a:r>
                  <a:rPr lang="en-US" dirty="0"/>
                  <a:t> </a:t>
                </a:r>
                <a:r>
                  <a:rPr lang="en-US" dirty="0" err="1"/>
                  <a:t>ofta</a:t>
                </a:r>
                <a:r>
                  <a:rPr lang="en-US" dirty="0"/>
                  <a:t> </a:t>
                </a:r>
                <a:r>
                  <a:rPr lang="en-US" dirty="0" err="1"/>
                  <a:t>som</a:t>
                </a:r>
                <a:r>
                  <a:rPr lang="en-US" dirty="0"/>
                  <a:t> </a:t>
                </a:r>
                <a14:m>
                  <m:oMath xmlns:m="http://schemas.openxmlformats.org/officeDocument/2006/math">
                    <m:r>
                      <a:rPr lang="en-US" sz="1200" i="1" kern="1200">
                        <a:solidFill>
                          <a:schemeClr val="tx1"/>
                        </a:solidFill>
                        <a:latin typeface="+mn-lt"/>
                        <a:ea typeface="+mn-ea"/>
                        <a:cs typeface="+mn-cs"/>
                      </a:rPr>
                      <m:t>𝑎</m:t>
                    </m:r>
                    <m:r>
                      <a:rPr lang="en-US" sz="1200" i="0" kern="1200">
                        <a:solidFill>
                          <a:schemeClr val="tx1"/>
                        </a:solidFill>
                        <a:latin typeface="+mn-lt"/>
                        <a:ea typeface="+mn-ea"/>
                        <a:cs typeface="+mn-cs"/>
                      </a:rPr>
                      <m:t>=</m:t>
                    </m:r>
                    <m:r>
                      <a:rPr lang="en-US" sz="1200" i="1" kern="1200">
                        <a:solidFill>
                          <a:schemeClr val="tx1"/>
                        </a:solidFill>
                        <a:latin typeface="+mn-lt"/>
                        <a:ea typeface="+mn-ea"/>
                        <a:cs typeface="+mn-cs"/>
                      </a:rPr>
                      <m:t>𝑓</m:t>
                    </m:r>
                    <m:d>
                      <m:dPr>
                        <m:ctrlPr>
                          <a:rPr lang="ar-AE" sz="1200" i="1" kern="1200">
                            <a:solidFill>
                              <a:schemeClr val="tx1"/>
                            </a:solidFill>
                            <a:latin typeface="+mn-lt"/>
                            <a:ea typeface="+mn-ea"/>
                            <a:cs typeface="+mn-cs"/>
                          </a:rPr>
                        </m:ctrlPr>
                      </m:dPr>
                      <m:e>
                        <m:r>
                          <a:rPr lang="ar-AE" sz="1200" i="1" kern="1200">
                            <a:solidFill>
                              <a:schemeClr val="tx1"/>
                            </a:solidFill>
                            <a:latin typeface="+mn-lt"/>
                            <a:ea typeface="+mn-ea"/>
                            <a:cs typeface="+mn-cs"/>
                          </a:rPr>
                          <m:t>𝑧</m:t>
                        </m:r>
                      </m:e>
                    </m:d>
                  </m:oMath>
                </a14:m>
                <a:r>
                  <a:rPr lang="ar-AE" dirty="0"/>
                  <a:t>. </a:t>
                </a:r>
                <a:r>
                  <a:rPr lang="en-US" dirty="0"/>
                  <a:t>Det </a:t>
                </a:r>
                <a:r>
                  <a:rPr lang="en-US" dirty="0" err="1"/>
                  <a:t>betyder</a:t>
                </a:r>
                <a:r>
                  <a:rPr lang="en-US" dirty="0"/>
                  <a:t> </a:t>
                </a:r>
                <a:r>
                  <a:rPr lang="en-US" dirty="0" err="1"/>
                  <a:t>helt</a:t>
                </a:r>
                <a:r>
                  <a:rPr lang="en-US" dirty="0"/>
                  <a:t> </a:t>
                </a:r>
                <a:r>
                  <a:rPr lang="en-US" dirty="0" err="1"/>
                  <a:t>enkelt</a:t>
                </a:r>
                <a:r>
                  <a:rPr lang="en-US" dirty="0"/>
                  <a:t> </a:t>
                </a:r>
                <a:r>
                  <a:rPr lang="en-US" dirty="0" err="1"/>
                  <a:t>att</a:t>
                </a:r>
                <a:r>
                  <a:rPr lang="en-US" dirty="0"/>
                  <a:t> vi tar det </a:t>
                </a:r>
                <a:r>
                  <a:rPr lang="en-US" dirty="0" err="1"/>
                  <a:t>beräknade</a:t>
                </a:r>
                <a:r>
                  <a:rPr lang="en-US" dirty="0"/>
                  <a:t> </a:t>
                </a:r>
                <a:r>
                  <a:rPr lang="en-US" dirty="0" err="1"/>
                  <a:t>värdet</a:t>
                </a:r>
                <a:r>
                  <a:rPr lang="en-US" dirty="0"/>
                  <a:t> och </a:t>
                </a:r>
                <a:r>
                  <a:rPr lang="en-US" dirty="0" err="1"/>
                  <a:t>låter</a:t>
                </a:r>
                <a:r>
                  <a:rPr lang="en-US" dirty="0"/>
                  <a:t> </a:t>
                </a:r>
                <a:r>
                  <a:rPr lang="en-US" dirty="0" err="1"/>
                  <a:t>en</a:t>
                </a:r>
                <a:r>
                  <a:rPr lang="en-US" dirty="0"/>
                  <a:t> </a:t>
                </a:r>
                <a:r>
                  <a:rPr lang="en-US" dirty="0" err="1"/>
                  <a:t>aktiveringsfunktion</a:t>
                </a:r>
                <a:r>
                  <a:rPr lang="en-US" dirty="0"/>
                  <a:t> </a:t>
                </a:r>
                <a:r>
                  <a:rPr lang="en-US" dirty="0" err="1"/>
                  <a:t>omvandla</a:t>
                </a:r>
                <a:r>
                  <a:rPr lang="en-US" dirty="0"/>
                  <a:t> det </a:t>
                </a:r>
                <a:r>
                  <a:rPr lang="en-US" dirty="0" err="1"/>
                  <a:t>innan</a:t>
                </a:r>
                <a:r>
                  <a:rPr lang="en-US" dirty="0"/>
                  <a:t> det </a:t>
                </a:r>
                <a:r>
                  <a:rPr lang="en-US" dirty="0" err="1"/>
                  <a:t>skickas</a:t>
                </a:r>
                <a:r>
                  <a:rPr lang="en-US" dirty="0"/>
                  <a:t> </a:t>
                </a:r>
                <a:r>
                  <a:rPr lang="en-US" dirty="0" err="1"/>
                  <a:t>vidare</a:t>
                </a:r>
                <a:r>
                  <a:rPr lang="en-US" dirty="0"/>
                  <a:t> till </a:t>
                </a:r>
                <a:r>
                  <a:rPr lang="en-US" dirty="0" err="1"/>
                  <a:t>nästa</a:t>
                </a:r>
                <a:r>
                  <a:rPr lang="en-US" dirty="0"/>
                  <a:t> lager.</a:t>
                </a:r>
              </a:p>
              <a:p>
                <a:r>
                  <a:rPr lang="en-US" dirty="0" err="1"/>
                  <a:t>Två</a:t>
                </a:r>
                <a:r>
                  <a:rPr lang="en-US" dirty="0"/>
                  <a:t> </a:t>
                </a:r>
                <a:r>
                  <a:rPr lang="en-US" dirty="0" err="1"/>
                  <a:t>vanliga</a:t>
                </a:r>
                <a:r>
                  <a:rPr lang="en-US" dirty="0"/>
                  <a:t> </a:t>
                </a:r>
                <a:r>
                  <a:rPr lang="en-US" dirty="0" err="1"/>
                  <a:t>exempel</a:t>
                </a:r>
                <a:r>
                  <a:rPr lang="en-US" dirty="0"/>
                  <a:t> </a:t>
                </a:r>
                <a:r>
                  <a:rPr lang="en-US" dirty="0" err="1"/>
                  <a:t>är</a:t>
                </a:r>
                <a:r>
                  <a:rPr lang="en-US" dirty="0"/>
                  <a:t> sigmoid och </a:t>
                </a:r>
                <a:r>
                  <a:rPr lang="en-US" dirty="0" err="1"/>
                  <a:t>ReLU</a:t>
                </a:r>
                <a:r>
                  <a:rPr lang="en-US" dirty="0"/>
                  <a:t>. Du </a:t>
                </a:r>
                <a:r>
                  <a:rPr lang="en-US" dirty="0" err="1"/>
                  <a:t>behöver</a:t>
                </a:r>
                <a:r>
                  <a:rPr lang="en-US" dirty="0"/>
                  <a:t> </a:t>
                </a:r>
                <a:r>
                  <a:rPr lang="en-US" dirty="0" err="1"/>
                  <a:t>inte</a:t>
                </a:r>
                <a:r>
                  <a:rPr lang="en-US" dirty="0"/>
                  <a:t> </a:t>
                </a:r>
                <a:r>
                  <a:rPr lang="en-US" dirty="0" err="1"/>
                  <a:t>kunna</a:t>
                </a:r>
                <a:r>
                  <a:rPr lang="en-US" dirty="0"/>
                  <a:t> </a:t>
                </a:r>
                <a:r>
                  <a:rPr lang="en-US" dirty="0" err="1"/>
                  <a:t>memorera</a:t>
                </a:r>
                <a:r>
                  <a:rPr lang="en-US" dirty="0"/>
                  <a:t> dem </a:t>
                </a:r>
                <a:r>
                  <a:rPr lang="en-US" dirty="0" err="1"/>
                  <a:t>perfekt</a:t>
                </a:r>
                <a:r>
                  <a:rPr lang="en-US" dirty="0"/>
                  <a:t> just nu. Det </a:t>
                </a:r>
                <a:r>
                  <a:rPr lang="en-US" dirty="0" err="1"/>
                  <a:t>viktiga</a:t>
                </a:r>
                <a:r>
                  <a:rPr lang="en-US" dirty="0"/>
                  <a:t> </a:t>
                </a:r>
                <a:r>
                  <a:rPr lang="en-US" dirty="0" err="1"/>
                  <a:t>här</a:t>
                </a:r>
                <a:r>
                  <a:rPr lang="en-US" dirty="0"/>
                  <a:t> </a:t>
                </a:r>
                <a:r>
                  <a:rPr lang="en-US" dirty="0" err="1"/>
                  <a:t>är</a:t>
                </a:r>
                <a:r>
                  <a:rPr lang="en-US" dirty="0"/>
                  <a:t> </a:t>
                </a:r>
                <a:r>
                  <a:rPr lang="en-US" dirty="0" err="1"/>
                  <a:t>att</a:t>
                </a:r>
                <a:r>
                  <a:rPr lang="en-US" dirty="0"/>
                  <a:t> </a:t>
                </a:r>
                <a:r>
                  <a:rPr lang="en-US" dirty="0" err="1"/>
                  <a:t>förstå</a:t>
                </a:r>
                <a:r>
                  <a:rPr lang="en-US" dirty="0"/>
                  <a:t> </a:t>
                </a:r>
                <a:r>
                  <a:rPr lang="en-US" dirty="0" err="1"/>
                  <a:t>varför</a:t>
                </a:r>
                <a:r>
                  <a:rPr lang="en-US" dirty="0"/>
                  <a:t> de </a:t>
                </a:r>
                <a:r>
                  <a:rPr lang="en-US" dirty="0" err="1"/>
                  <a:t>finns</a:t>
                </a:r>
                <a:r>
                  <a:rPr lang="en-US" dirty="0"/>
                  <a:t>: de </a:t>
                </a:r>
                <a:r>
                  <a:rPr lang="en-US" dirty="0" err="1"/>
                  <a:t>gör</a:t>
                </a:r>
                <a:r>
                  <a:rPr lang="en-US" dirty="0"/>
                  <a:t> </a:t>
                </a:r>
                <a:r>
                  <a:rPr lang="en-US" dirty="0" err="1"/>
                  <a:t>nätverket</a:t>
                </a:r>
                <a:r>
                  <a:rPr lang="en-US" dirty="0"/>
                  <a:t> </a:t>
                </a:r>
                <a:r>
                  <a:rPr lang="en-US" dirty="0" err="1"/>
                  <a:t>mer</a:t>
                </a:r>
                <a:r>
                  <a:rPr lang="en-US" dirty="0"/>
                  <a:t> </a:t>
                </a:r>
                <a:r>
                  <a:rPr lang="en-US" dirty="0" err="1"/>
                  <a:t>flexibelt</a:t>
                </a:r>
                <a:r>
                  <a:rPr lang="en-US" dirty="0"/>
                  <a:t> och </a:t>
                </a:r>
                <a:r>
                  <a:rPr lang="en-US" dirty="0" err="1"/>
                  <a:t>gör</a:t>
                </a:r>
                <a:r>
                  <a:rPr lang="en-US" dirty="0"/>
                  <a:t> det </a:t>
                </a:r>
                <a:r>
                  <a:rPr lang="en-US" dirty="0" err="1"/>
                  <a:t>möjligt</a:t>
                </a:r>
                <a:r>
                  <a:rPr lang="en-US" dirty="0"/>
                  <a:t> </a:t>
                </a:r>
                <a:r>
                  <a:rPr lang="en-US" dirty="0" err="1"/>
                  <a:t>att</a:t>
                </a:r>
                <a:r>
                  <a:rPr lang="en-US" dirty="0"/>
                  <a:t> </a:t>
                </a:r>
                <a:r>
                  <a:rPr lang="en-US" dirty="0" err="1"/>
                  <a:t>lära</a:t>
                </a:r>
                <a:r>
                  <a:rPr lang="en-US" dirty="0"/>
                  <a:t> sig </a:t>
                </a:r>
                <a:r>
                  <a:rPr lang="en-US" dirty="0" err="1"/>
                  <a:t>betydligt</a:t>
                </a:r>
                <a:r>
                  <a:rPr lang="en-US" dirty="0"/>
                  <a:t> </a:t>
                </a:r>
                <a:r>
                  <a:rPr lang="en-US" dirty="0" err="1"/>
                  <a:t>mer</a:t>
                </a:r>
                <a:r>
                  <a:rPr lang="en-US" dirty="0"/>
                  <a:t> </a:t>
                </a:r>
                <a:r>
                  <a:rPr lang="en-US" dirty="0" err="1"/>
                  <a:t>komplexa</a:t>
                </a:r>
                <a:r>
                  <a:rPr lang="en-US" dirty="0"/>
                  <a:t> </a:t>
                </a:r>
                <a:r>
                  <a:rPr lang="en-US" dirty="0" err="1"/>
                  <a:t>samband</a:t>
                </a:r>
                <a:r>
                  <a:rPr lang="en-US" dirty="0"/>
                  <a:t> </a:t>
                </a:r>
                <a:r>
                  <a:rPr lang="en-US" dirty="0" err="1"/>
                  <a:t>än</a:t>
                </a:r>
                <a:r>
                  <a:rPr lang="en-US" dirty="0"/>
                  <a:t> om </a:t>
                </a:r>
                <a:r>
                  <a:rPr lang="en-US" dirty="0" err="1"/>
                  <a:t>allt</a:t>
                </a:r>
                <a:r>
                  <a:rPr lang="en-US" dirty="0"/>
                  <a:t> bara </a:t>
                </a:r>
                <a:r>
                  <a:rPr lang="en-US" dirty="0" err="1"/>
                  <a:t>vore</a:t>
                </a:r>
                <a:r>
                  <a:rPr lang="en-US" dirty="0"/>
                  <a:t> rent </a:t>
                </a:r>
                <a:r>
                  <a:rPr lang="en-US" dirty="0" err="1"/>
                  <a:t>linjärt</a:t>
                </a:r>
                <a:r>
                  <a:rPr lang="en-US" dirty="0"/>
                  <a:t>.</a:t>
                </a:r>
              </a:p>
              <a:p>
                <a:r>
                  <a:rPr lang="en-US" dirty="0"/>
                  <a:t>Det </a:t>
                </a:r>
                <a:r>
                  <a:rPr lang="en-US" dirty="0" err="1"/>
                  <a:t>är</a:t>
                </a:r>
                <a:r>
                  <a:rPr lang="en-US" dirty="0"/>
                  <a:t> </a:t>
                </a:r>
                <a:r>
                  <a:rPr lang="en-US" dirty="0" err="1"/>
                  <a:t>alltså</a:t>
                </a:r>
                <a:r>
                  <a:rPr lang="en-US" dirty="0"/>
                  <a:t> </a:t>
                </a:r>
                <a:r>
                  <a:rPr lang="en-US" dirty="0" err="1"/>
                  <a:t>aktiveringsfunktionerna</a:t>
                </a:r>
                <a:r>
                  <a:rPr lang="en-US" dirty="0"/>
                  <a:t> </a:t>
                </a:r>
                <a:r>
                  <a:rPr lang="en-US" dirty="0" err="1"/>
                  <a:t>som</a:t>
                </a:r>
                <a:r>
                  <a:rPr lang="en-US" dirty="0"/>
                  <a:t> </a:t>
                </a:r>
                <a:r>
                  <a:rPr lang="en-US" dirty="0" err="1"/>
                  <a:t>hjälper</a:t>
                </a:r>
                <a:r>
                  <a:rPr lang="en-US" dirty="0"/>
                  <a:t> </a:t>
                </a:r>
                <a:r>
                  <a:rPr lang="en-US" dirty="0" err="1"/>
                  <a:t>nätverket</a:t>
                </a:r>
                <a:r>
                  <a:rPr lang="en-US" dirty="0"/>
                  <a:t> </a:t>
                </a:r>
                <a:r>
                  <a:rPr lang="en-US" dirty="0" err="1"/>
                  <a:t>att</a:t>
                </a:r>
                <a:r>
                  <a:rPr lang="en-US" dirty="0"/>
                  <a:t> </a:t>
                </a:r>
                <a:r>
                  <a:rPr lang="en-US" dirty="0" err="1"/>
                  <a:t>bli</a:t>
                </a:r>
                <a:r>
                  <a:rPr lang="en-US" dirty="0"/>
                  <a:t> </a:t>
                </a:r>
                <a:r>
                  <a:rPr lang="en-US" dirty="0" err="1"/>
                  <a:t>något</a:t>
                </a:r>
                <a:r>
                  <a:rPr lang="en-US" dirty="0"/>
                  <a:t> </a:t>
                </a:r>
                <a:r>
                  <a:rPr lang="en-US" dirty="0" err="1"/>
                  <a:t>mer</a:t>
                </a:r>
                <a:r>
                  <a:rPr lang="en-US" dirty="0"/>
                  <a:t> </a:t>
                </a:r>
                <a:r>
                  <a:rPr lang="en-US" dirty="0" err="1"/>
                  <a:t>än</a:t>
                </a:r>
                <a:r>
                  <a:rPr lang="en-US" dirty="0"/>
                  <a:t> bara </a:t>
                </a:r>
                <a:r>
                  <a:rPr lang="en-US" dirty="0" err="1"/>
                  <a:t>en</a:t>
                </a:r>
                <a:r>
                  <a:rPr lang="en-US" dirty="0"/>
                  <a:t> </a:t>
                </a:r>
                <a:r>
                  <a:rPr lang="en-US" dirty="0" err="1"/>
                  <a:t>stapel</a:t>
                </a:r>
                <a:r>
                  <a:rPr lang="en-US" dirty="0"/>
                  <a:t> av </a:t>
                </a:r>
                <a:r>
                  <a:rPr lang="en-US" dirty="0" err="1"/>
                  <a:t>enkla</a:t>
                </a:r>
                <a:r>
                  <a:rPr lang="en-US" dirty="0"/>
                  <a:t> </a:t>
                </a:r>
                <a:r>
                  <a:rPr lang="en-US" dirty="0" err="1"/>
                  <a:t>linjära</a:t>
                </a:r>
                <a:r>
                  <a:rPr lang="en-US" dirty="0"/>
                  <a:t> </a:t>
                </a:r>
                <a:r>
                  <a:rPr lang="en-US" dirty="0" err="1"/>
                  <a:t>beräkningar</a:t>
                </a:r>
                <a:r>
                  <a:rPr lang="en-US" dirty="0"/>
                  <a:t>.</a:t>
                </a:r>
              </a:p>
            </p:txBody>
          </p:sp>
        </mc:Choice>
        <mc:Fallback>
          <p:sp>
            <p:nvSpPr>
              <p:cNvPr id="3" name="Platshållare för anteckningar 2">
                <a:extLst>
                  <a:ext uri="{FF2B5EF4-FFF2-40B4-BE49-F238E27FC236}">
                    <a16:creationId xmlns:a16="http://schemas.microsoft.com/office/drawing/2014/main" id="{7926216F-5364-9594-3237-755BCD7DFACF}"/>
                  </a:ext>
                </a:extLst>
              </p:cNvPr>
              <p:cNvSpPr>
                <a:spLocks noGrp="1"/>
              </p:cNvSpPr>
              <p:nvPr>
                <p:ph type="body" idx="1"/>
              </p:nvPr>
            </p:nvSpPr>
            <p:spPr/>
            <p:txBody>
              <a:bodyPr/>
              <a:lstStyle/>
              <a:p>
                <a:r>
                  <a:rPr lang="en-US" dirty="0" err="1"/>
                  <a:t>Hittills</a:t>
                </a:r>
                <a:r>
                  <a:rPr lang="en-US" dirty="0"/>
                  <a:t> </a:t>
                </a:r>
                <a:r>
                  <a:rPr lang="en-US" dirty="0" err="1"/>
                  <a:t>har</a:t>
                </a:r>
                <a:r>
                  <a:rPr lang="en-US" dirty="0"/>
                  <a:t> vi </a:t>
                </a:r>
                <a:r>
                  <a:rPr lang="en-US" dirty="0" err="1"/>
                  <a:t>sagt</a:t>
                </a:r>
                <a:r>
                  <a:rPr lang="en-US" dirty="0"/>
                  <a:t> </a:t>
                </a:r>
                <a:r>
                  <a:rPr lang="en-US" dirty="0" err="1"/>
                  <a:t>att</a:t>
                </a:r>
                <a:r>
                  <a:rPr lang="en-US" dirty="0"/>
                  <a:t> </a:t>
                </a:r>
                <a:r>
                  <a:rPr lang="en-US" dirty="0" err="1"/>
                  <a:t>neuronen</a:t>
                </a:r>
                <a:r>
                  <a:rPr lang="en-US" dirty="0"/>
                  <a:t> tar </a:t>
                </a:r>
                <a:r>
                  <a:rPr lang="en-US" dirty="0" err="1"/>
                  <a:t>emot</a:t>
                </a:r>
                <a:r>
                  <a:rPr lang="en-US" dirty="0"/>
                  <a:t> input, </a:t>
                </a:r>
                <a:r>
                  <a:rPr lang="en-US" dirty="0" err="1"/>
                  <a:t>väger</a:t>
                </a:r>
                <a:r>
                  <a:rPr lang="en-US" dirty="0"/>
                  <a:t> </a:t>
                </a:r>
                <a:r>
                  <a:rPr lang="en-US" dirty="0" err="1"/>
                  <a:t>ihop</a:t>
                </a:r>
                <a:r>
                  <a:rPr lang="en-US" dirty="0"/>
                  <a:t> </a:t>
                </a:r>
                <a:r>
                  <a:rPr lang="en-US" dirty="0" err="1"/>
                  <a:t>värdena</a:t>
                </a:r>
                <a:r>
                  <a:rPr lang="en-US" dirty="0"/>
                  <a:t> med </a:t>
                </a:r>
                <a:r>
                  <a:rPr lang="en-US" dirty="0" err="1"/>
                  <a:t>hjälp</a:t>
                </a:r>
                <a:r>
                  <a:rPr lang="en-US" dirty="0"/>
                  <a:t> av </a:t>
                </a:r>
                <a:r>
                  <a:rPr lang="en-US" dirty="0" err="1"/>
                  <a:t>vikter</a:t>
                </a:r>
                <a:r>
                  <a:rPr lang="en-US" dirty="0"/>
                  <a:t>, </a:t>
                </a:r>
                <a:r>
                  <a:rPr lang="en-US" dirty="0" err="1"/>
                  <a:t>lägger</a:t>
                </a:r>
                <a:r>
                  <a:rPr lang="en-US" dirty="0"/>
                  <a:t> till bias och </a:t>
                </a:r>
                <a:r>
                  <a:rPr lang="en-US" dirty="0" err="1"/>
                  <a:t>får</a:t>
                </a:r>
                <a:r>
                  <a:rPr lang="en-US" dirty="0"/>
                  <a:t> </a:t>
                </a:r>
                <a:r>
                  <a:rPr lang="en-US" dirty="0" err="1"/>
                  <a:t>fram</a:t>
                </a:r>
                <a:r>
                  <a:rPr lang="en-US" dirty="0"/>
                  <a:t> </a:t>
                </a:r>
                <a:r>
                  <a:rPr lang="en-US" dirty="0" err="1"/>
                  <a:t>ett</a:t>
                </a:r>
                <a:r>
                  <a:rPr lang="en-US" dirty="0"/>
                  <a:t> </a:t>
                </a:r>
                <a:r>
                  <a:rPr lang="en-US" dirty="0" err="1"/>
                  <a:t>nytt</a:t>
                </a:r>
                <a:r>
                  <a:rPr lang="en-US" dirty="0"/>
                  <a:t> </a:t>
                </a:r>
                <a:r>
                  <a:rPr lang="en-US" dirty="0" err="1"/>
                  <a:t>värde</a:t>
                </a:r>
                <a:r>
                  <a:rPr lang="en-US" dirty="0"/>
                  <a:t>. Det </a:t>
                </a:r>
                <a:r>
                  <a:rPr lang="en-US" dirty="0" err="1"/>
                  <a:t>värdet</a:t>
                </a:r>
                <a:r>
                  <a:rPr lang="en-US" dirty="0"/>
                  <a:t> </a:t>
                </a:r>
                <a:r>
                  <a:rPr lang="en-US" dirty="0" err="1"/>
                  <a:t>brukar</a:t>
                </a:r>
                <a:r>
                  <a:rPr lang="en-US" dirty="0"/>
                  <a:t> </a:t>
                </a:r>
                <a:r>
                  <a:rPr lang="en-US" dirty="0" err="1"/>
                  <a:t>ofta</a:t>
                </a:r>
                <a:r>
                  <a:rPr lang="en-US" dirty="0"/>
                  <a:t> </a:t>
                </a:r>
                <a:r>
                  <a:rPr lang="en-US" dirty="0" err="1"/>
                  <a:t>kallas</a:t>
                </a:r>
                <a:r>
                  <a:rPr lang="en-US" dirty="0"/>
                  <a:t> </a:t>
                </a:r>
                <a:r>
                  <a:rPr lang="en-US" sz="1200" i="0" kern="1200">
                    <a:solidFill>
                      <a:schemeClr val="tx1"/>
                    </a:solidFill>
                    <a:latin typeface="+mn-lt"/>
                    <a:ea typeface="+mn-ea"/>
                    <a:cs typeface="+mn-cs"/>
                  </a:rPr>
                  <a:t>𝑧</a:t>
                </a:r>
                <a:r>
                  <a:rPr lang="en-US" dirty="0"/>
                  <a:t>.</a:t>
                </a:r>
              </a:p>
              <a:p>
                <a:r>
                  <a:rPr lang="en-US" dirty="0"/>
                  <a:t>Men om vi </a:t>
                </a:r>
                <a:r>
                  <a:rPr lang="en-US" dirty="0" err="1"/>
                  <a:t>stannar</a:t>
                </a:r>
                <a:r>
                  <a:rPr lang="en-US" dirty="0"/>
                  <a:t> </a:t>
                </a:r>
                <a:r>
                  <a:rPr lang="en-US" dirty="0" err="1"/>
                  <a:t>där</a:t>
                </a:r>
                <a:r>
                  <a:rPr lang="en-US" dirty="0"/>
                  <a:t> </a:t>
                </a:r>
                <a:r>
                  <a:rPr lang="en-US" dirty="0" err="1"/>
                  <a:t>blir</a:t>
                </a:r>
                <a:r>
                  <a:rPr lang="en-US" dirty="0"/>
                  <a:t> </a:t>
                </a:r>
                <a:r>
                  <a:rPr lang="en-US" dirty="0" err="1"/>
                  <a:t>modellen</a:t>
                </a:r>
                <a:r>
                  <a:rPr lang="en-US" dirty="0"/>
                  <a:t> för </a:t>
                </a:r>
                <a:r>
                  <a:rPr lang="en-US" dirty="0" err="1"/>
                  <a:t>begränsad</a:t>
                </a:r>
                <a:r>
                  <a:rPr lang="en-US" dirty="0"/>
                  <a:t>. </a:t>
                </a:r>
                <a:r>
                  <a:rPr lang="en-US" dirty="0" err="1"/>
                  <a:t>Även</a:t>
                </a:r>
                <a:r>
                  <a:rPr lang="en-US" dirty="0"/>
                  <a:t> om vi </a:t>
                </a:r>
                <a:r>
                  <a:rPr lang="en-US" dirty="0" err="1"/>
                  <a:t>staplar</a:t>
                </a:r>
                <a:r>
                  <a:rPr lang="en-US" dirty="0"/>
                  <a:t> </a:t>
                </a:r>
                <a:r>
                  <a:rPr lang="en-US" dirty="0" err="1"/>
                  <a:t>flera</a:t>
                </a:r>
                <a:r>
                  <a:rPr lang="en-US" dirty="0"/>
                  <a:t> lager </a:t>
                </a:r>
                <a:r>
                  <a:rPr lang="en-US" dirty="0" err="1"/>
                  <a:t>ovanpå</a:t>
                </a:r>
                <a:r>
                  <a:rPr lang="en-US" dirty="0"/>
                  <a:t> </a:t>
                </a:r>
                <a:r>
                  <a:rPr lang="en-US" dirty="0" err="1"/>
                  <a:t>varandra</a:t>
                </a:r>
                <a:r>
                  <a:rPr lang="en-US" dirty="0"/>
                  <a:t> </a:t>
                </a:r>
                <a:r>
                  <a:rPr lang="en-US" dirty="0" err="1"/>
                  <a:t>blir</a:t>
                </a:r>
                <a:r>
                  <a:rPr lang="en-US" dirty="0"/>
                  <a:t> </a:t>
                </a:r>
                <a:r>
                  <a:rPr lang="en-US" dirty="0" err="1"/>
                  <a:t>nätverket</a:t>
                </a:r>
                <a:r>
                  <a:rPr lang="en-US" dirty="0"/>
                  <a:t> </a:t>
                </a:r>
                <a:r>
                  <a:rPr lang="en-US" dirty="0" err="1"/>
                  <a:t>då</a:t>
                </a:r>
                <a:r>
                  <a:rPr lang="en-US" dirty="0"/>
                  <a:t> </a:t>
                </a:r>
                <a:r>
                  <a:rPr lang="en-US" dirty="0" err="1"/>
                  <a:t>i</a:t>
                </a:r>
                <a:r>
                  <a:rPr lang="en-US" dirty="0"/>
                  <a:t> </a:t>
                </a:r>
                <a:r>
                  <a:rPr lang="en-US" dirty="0" err="1"/>
                  <a:t>praktiken</a:t>
                </a:r>
                <a:r>
                  <a:rPr lang="en-US" dirty="0"/>
                  <a:t> </a:t>
                </a:r>
                <a:r>
                  <a:rPr lang="en-US" dirty="0" err="1"/>
                  <a:t>fortfarande</a:t>
                </a:r>
                <a:r>
                  <a:rPr lang="en-US" dirty="0"/>
                  <a:t> för </a:t>
                </a:r>
                <a:r>
                  <a:rPr lang="en-US" dirty="0" err="1"/>
                  <a:t>linjärt</a:t>
                </a:r>
                <a:r>
                  <a:rPr lang="en-US" dirty="0"/>
                  <a:t>, och det </a:t>
                </a:r>
                <a:r>
                  <a:rPr lang="en-US" dirty="0" err="1"/>
                  <a:t>gör</a:t>
                </a:r>
                <a:r>
                  <a:rPr lang="en-US" dirty="0"/>
                  <a:t> </a:t>
                </a:r>
                <a:r>
                  <a:rPr lang="en-US" dirty="0" err="1"/>
                  <a:t>att</a:t>
                </a:r>
                <a:r>
                  <a:rPr lang="en-US" dirty="0"/>
                  <a:t> </a:t>
                </a:r>
                <a:r>
                  <a:rPr lang="en-US" dirty="0" err="1"/>
                  <a:t>modellen</a:t>
                </a:r>
                <a:r>
                  <a:rPr lang="en-US" dirty="0"/>
                  <a:t> </a:t>
                </a:r>
                <a:r>
                  <a:rPr lang="en-US" dirty="0" err="1"/>
                  <a:t>får</a:t>
                </a:r>
                <a:r>
                  <a:rPr lang="en-US" dirty="0"/>
                  <a:t> </a:t>
                </a:r>
                <a:r>
                  <a:rPr lang="en-US" dirty="0" err="1"/>
                  <a:t>svårt</a:t>
                </a:r>
                <a:r>
                  <a:rPr lang="en-US" dirty="0"/>
                  <a:t> </a:t>
                </a:r>
                <a:r>
                  <a:rPr lang="en-US" dirty="0" err="1"/>
                  <a:t>att</a:t>
                </a:r>
                <a:r>
                  <a:rPr lang="en-US" dirty="0"/>
                  <a:t> </a:t>
                </a:r>
                <a:r>
                  <a:rPr lang="en-US" dirty="0" err="1"/>
                  <a:t>fånga</a:t>
                </a:r>
                <a:r>
                  <a:rPr lang="en-US" dirty="0"/>
                  <a:t> </a:t>
                </a:r>
                <a:r>
                  <a:rPr lang="en-US" dirty="0" err="1"/>
                  <a:t>mer</a:t>
                </a:r>
                <a:r>
                  <a:rPr lang="en-US" dirty="0"/>
                  <a:t> </a:t>
                </a:r>
                <a:r>
                  <a:rPr lang="en-US" dirty="0" err="1"/>
                  <a:t>komplexa</a:t>
                </a:r>
                <a:r>
                  <a:rPr lang="en-US" dirty="0"/>
                  <a:t> </a:t>
                </a:r>
                <a:r>
                  <a:rPr lang="en-US" dirty="0" err="1"/>
                  <a:t>samband</a:t>
                </a:r>
                <a:r>
                  <a:rPr lang="en-US" dirty="0"/>
                  <a:t>.</a:t>
                </a:r>
              </a:p>
              <a:p>
                <a:r>
                  <a:rPr lang="en-US" dirty="0"/>
                  <a:t>Det </a:t>
                </a:r>
                <a:r>
                  <a:rPr lang="en-US" dirty="0" err="1"/>
                  <a:t>är</a:t>
                </a:r>
                <a:r>
                  <a:rPr lang="en-US" dirty="0"/>
                  <a:t> </a:t>
                </a:r>
                <a:r>
                  <a:rPr lang="en-US" dirty="0" err="1"/>
                  <a:t>därför</a:t>
                </a:r>
                <a:r>
                  <a:rPr lang="en-US" dirty="0"/>
                  <a:t> vi </a:t>
                </a:r>
                <a:r>
                  <a:rPr lang="en-US" dirty="0" err="1"/>
                  <a:t>behöver</a:t>
                </a:r>
                <a:r>
                  <a:rPr lang="en-US" dirty="0"/>
                  <a:t> </a:t>
                </a:r>
                <a:r>
                  <a:rPr lang="en-US" dirty="0" err="1"/>
                  <a:t>aktiveringsfunktioner</a:t>
                </a:r>
                <a:r>
                  <a:rPr lang="en-US" dirty="0"/>
                  <a:t>.</a:t>
                </a:r>
              </a:p>
              <a:p>
                <a:r>
                  <a:rPr lang="en-US" dirty="0" err="1"/>
                  <a:t>När</a:t>
                </a:r>
                <a:r>
                  <a:rPr lang="en-US" dirty="0"/>
                  <a:t> </a:t>
                </a:r>
                <a:r>
                  <a:rPr lang="en-US" dirty="0" err="1"/>
                  <a:t>neuronen</a:t>
                </a:r>
                <a:r>
                  <a:rPr lang="en-US" dirty="0"/>
                  <a:t> </a:t>
                </a:r>
                <a:r>
                  <a:rPr lang="en-US" dirty="0" err="1"/>
                  <a:t>har</a:t>
                </a:r>
                <a:r>
                  <a:rPr lang="en-US" dirty="0"/>
                  <a:t> </a:t>
                </a:r>
                <a:r>
                  <a:rPr lang="en-US" dirty="0" err="1"/>
                  <a:t>räknat</a:t>
                </a:r>
                <a:r>
                  <a:rPr lang="en-US" dirty="0"/>
                  <a:t> </a:t>
                </a:r>
                <a:r>
                  <a:rPr lang="en-US" dirty="0" err="1"/>
                  <a:t>fram</a:t>
                </a:r>
                <a:r>
                  <a:rPr lang="en-US" dirty="0"/>
                  <a:t> </a:t>
                </a:r>
                <a:r>
                  <a:rPr lang="en-US" dirty="0" err="1"/>
                  <a:t>sitt</a:t>
                </a:r>
                <a:r>
                  <a:rPr lang="en-US" dirty="0"/>
                  <a:t> </a:t>
                </a:r>
                <a:r>
                  <a:rPr lang="en-US" dirty="0" err="1"/>
                  <a:t>värde</a:t>
                </a:r>
                <a:r>
                  <a:rPr lang="en-US" dirty="0"/>
                  <a:t> </a:t>
                </a:r>
                <a:r>
                  <a:rPr lang="en-US" dirty="0" err="1"/>
                  <a:t>skickas</a:t>
                </a:r>
                <a:r>
                  <a:rPr lang="en-US" dirty="0"/>
                  <a:t> det </a:t>
                </a:r>
                <a:r>
                  <a:rPr lang="en-US" dirty="0" err="1"/>
                  <a:t>vidare</a:t>
                </a:r>
                <a:r>
                  <a:rPr lang="en-US" dirty="0"/>
                  <a:t> </a:t>
                </a:r>
                <a:r>
                  <a:rPr lang="en-US" dirty="0" err="1"/>
                  <a:t>genom</a:t>
                </a:r>
                <a:r>
                  <a:rPr lang="en-US" dirty="0"/>
                  <a:t> </a:t>
                </a:r>
                <a:r>
                  <a:rPr lang="en-US" dirty="0" err="1"/>
                  <a:t>en</a:t>
                </a:r>
                <a:r>
                  <a:rPr lang="en-US" dirty="0"/>
                  <a:t> </a:t>
                </a:r>
                <a:r>
                  <a:rPr lang="en-US" dirty="0" err="1"/>
                  <a:t>funktion</a:t>
                </a:r>
                <a:r>
                  <a:rPr lang="en-US" dirty="0"/>
                  <a:t>. Det </a:t>
                </a:r>
                <a:r>
                  <a:rPr lang="en-US" dirty="0" err="1"/>
                  <a:t>skrivs</a:t>
                </a:r>
                <a:r>
                  <a:rPr lang="en-US" dirty="0"/>
                  <a:t> </a:t>
                </a:r>
                <a:r>
                  <a:rPr lang="en-US" dirty="0" err="1"/>
                  <a:t>ofta</a:t>
                </a:r>
                <a:r>
                  <a:rPr lang="en-US" dirty="0"/>
                  <a:t> </a:t>
                </a:r>
                <a:r>
                  <a:rPr lang="en-US" dirty="0" err="1"/>
                  <a:t>som</a:t>
                </a:r>
                <a:r>
                  <a:rPr lang="en-US" dirty="0"/>
                  <a:t> </a:t>
                </a:r>
                <a:r>
                  <a:rPr lang="en-US" sz="1200" i="0" kern="1200">
                    <a:solidFill>
                      <a:schemeClr val="tx1"/>
                    </a:solidFill>
                    <a:latin typeface="+mn-lt"/>
                    <a:ea typeface="+mn-ea"/>
                    <a:cs typeface="+mn-cs"/>
                  </a:rPr>
                  <a:t>𝑎=𝑓</a:t>
                </a:r>
                <a:r>
                  <a:rPr lang="ar-AE" sz="1200" i="0" kern="1200">
                    <a:solidFill>
                      <a:schemeClr val="tx1"/>
                    </a:solidFill>
                    <a:latin typeface="+mn-lt"/>
                    <a:ea typeface="+mn-ea"/>
                    <a:cs typeface="+mn-cs"/>
                  </a:rPr>
                  <a:t>(𝑧)</a:t>
                </a:r>
                <a:r>
                  <a:rPr lang="ar-AE" dirty="0"/>
                  <a:t>. </a:t>
                </a:r>
                <a:r>
                  <a:rPr lang="en-US" dirty="0"/>
                  <a:t>Det </a:t>
                </a:r>
                <a:r>
                  <a:rPr lang="en-US" dirty="0" err="1"/>
                  <a:t>betyder</a:t>
                </a:r>
                <a:r>
                  <a:rPr lang="en-US" dirty="0"/>
                  <a:t> </a:t>
                </a:r>
                <a:r>
                  <a:rPr lang="en-US" dirty="0" err="1"/>
                  <a:t>helt</a:t>
                </a:r>
                <a:r>
                  <a:rPr lang="en-US" dirty="0"/>
                  <a:t> </a:t>
                </a:r>
                <a:r>
                  <a:rPr lang="en-US" dirty="0" err="1"/>
                  <a:t>enkelt</a:t>
                </a:r>
                <a:r>
                  <a:rPr lang="en-US" dirty="0"/>
                  <a:t> </a:t>
                </a:r>
                <a:r>
                  <a:rPr lang="en-US" dirty="0" err="1"/>
                  <a:t>att</a:t>
                </a:r>
                <a:r>
                  <a:rPr lang="en-US" dirty="0"/>
                  <a:t> vi tar det </a:t>
                </a:r>
                <a:r>
                  <a:rPr lang="en-US" dirty="0" err="1"/>
                  <a:t>beräknade</a:t>
                </a:r>
                <a:r>
                  <a:rPr lang="en-US" dirty="0"/>
                  <a:t> </a:t>
                </a:r>
                <a:r>
                  <a:rPr lang="en-US" dirty="0" err="1"/>
                  <a:t>värdet</a:t>
                </a:r>
                <a:r>
                  <a:rPr lang="en-US" dirty="0"/>
                  <a:t> och </a:t>
                </a:r>
                <a:r>
                  <a:rPr lang="en-US" dirty="0" err="1"/>
                  <a:t>låter</a:t>
                </a:r>
                <a:r>
                  <a:rPr lang="en-US" dirty="0"/>
                  <a:t> </a:t>
                </a:r>
                <a:r>
                  <a:rPr lang="en-US" dirty="0" err="1"/>
                  <a:t>en</a:t>
                </a:r>
                <a:r>
                  <a:rPr lang="en-US" dirty="0"/>
                  <a:t> </a:t>
                </a:r>
                <a:r>
                  <a:rPr lang="en-US" dirty="0" err="1"/>
                  <a:t>aktiveringsfunktion</a:t>
                </a:r>
                <a:r>
                  <a:rPr lang="en-US" dirty="0"/>
                  <a:t> </a:t>
                </a:r>
                <a:r>
                  <a:rPr lang="en-US" dirty="0" err="1"/>
                  <a:t>omvandla</a:t>
                </a:r>
                <a:r>
                  <a:rPr lang="en-US" dirty="0"/>
                  <a:t> det </a:t>
                </a:r>
                <a:r>
                  <a:rPr lang="en-US" dirty="0" err="1"/>
                  <a:t>innan</a:t>
                </a:r>
                <a:r>
                  <a:rPr lang="en-US" dirty="0"/>
                  <a:t> det </a:t>
                </a:r>
                <a:r>
                  <a:rPr lang="en-US" dirty="0" err="1"/>
                  <a:t>skickas</a:t>
                </a:r>
                <a:r>
                  <a:rPr lang="en-US" dirty="0"/>
                  <a:t> </a:t>
                </a:r>
                <a:r>
                  <a:rPr lang="en-US" dirty="0" err="1"/>
                  <a:t>vidare</a:t>
                </a:r>
                <a:r>
                  <a:rPr lang="en-US" dirty="0"/>
                  <a:t> till </a:t>
                </a:r>
                <a:r>
                  <a:rPr lang="en-US" dirty="0" err="1"/>
                  <a:t>nästa</a:t>
                </a:r>
                <a:r>
                  <a:rPr lang="en-US" dirty="0"/>
                  <a:t> lager.</a:t>
                </a:r>
              </a:p>
              <a:p>
                <a:r>
                  <a:rPr lang="en-US" dirty="0" err="1"/>
                  <a:t>Två</a:t>
                </a:r>
                <a:r>
                  <a:rPr lang="en-US" dirty="0"/>
                  <a:t> </a:t>
                </a:r>
                <a:r>
                  <a:rPr lang="en-US" dirty="0" err="1"/>
                  <a:t>vanliga</a:t>
                </a:r>
                <a:r>
                  <a:rPr lang="en-US" dirty="0"/>
                  <a:t> </a:t>
                </a:r>
                <a:r>
                  <a:rPr lang="en-US" dirty="0" err="1"/>
                  <a:t>exempel</a:t>
                </a:r>
                <a:r>
                  <a:rPr lang="en-US" dirty="0"/>
                  <a:t> </a:t>
                </a:r>
                <a:r>
                  <a:rPr lang="en-US" dirty="0" err="1"/>
                  <a:t>är</a:t>
                </a:r>
                <a:r>
                  <a:rPr lang="en-US" dirty="0"/>
                  <a:t> sigmoid och </a:t>
                </a:r>
                <a:r>
                  <a:rPr lang="en-US" dirty="0" err="1"/>
                  <a:t>ReLU</a:t>
                </a:r>
                <a:r>
                  <a:rPr lang="en-US" dirty="0"/>
                  <a:t>. Du </a:t>
                </a:r>
                <a:r>
                  <a:rPr lang="en-US" dirty="0" err="1"/>
                  <a:t>behöver</a:t>
                </a:r>
                <a:r>
                  <a:rPr lang="en-US" dirty="0"/>
                  <a:t> </a:t>
                </a:r>
                <a:r>
                  <a:rPr lang="en-US" dirty="0" err="1"/>
                  <a:t>inte</a:t>
                </a:r>
                <a:r>
                  <a:rPr lang="en-US" dirty="0"/>
                  <a:t> </a:t>
                </a:r>
                <a:r>
                  <a:rPr lang="en-US" dirty="0" err="1"/>
                  <a:t>kunna</a:t>
                </a:r>
                <a:r>
                  <a:rPr lang="en-US" dirty="0"/>
                  <a:t> </a:t>
                </a:r>
                <a:r>
                  <a:rPr lang="en-US" dirty="0" err="1"/>
                  <a:t>memorera</a:t>
                </a:r>
                <a:r>
                  <a:rPr lang="en-US" dirty="0"/>
                  <a:t> dem </a:t>
                </a:r>
                <a:r>
                  <a:rPr lang="en-US" dirty="0" err="1"/>
                  <a:t>perfekt</a:t>
                </a:r>
                <a:r>
                  <a:rPr lang="en-US" dirty="0"/>
                  <a:t> just nu. Det </a:t>
                </a:r>
                <a:r>
                  <a:rPr lang="en-US" dirty="0" err="1"/>
                  <a:t>viktiga</a:t>
                </a:r>
                <a:r>
                  <a:rPr lang="en-US" dirty="0"/>
                  <a:t> </a:t>
                </a:r>
                <a:r>
                  <a:rPr lang="en-US" dirty="0" err="1"/>
                  <a:t>här</a:t>
                </a:r>
                <a:r>
                  <a:rPr lang="en-US" dirty="0"/>
                  <a:t> </a:t>
                </a:r>
                <a:r>
                  <a:rPr lang="en-US" dirty="0" err="1"/>
                  <a:t>är</a:t>
                </a:r>
                <a:r>
                  <a:rPr lang="en-US" dirty="0"/>
                  <a:t> </a:t>
                </a:r>
                <a:r>
                  <a:rPr lang="en-US" dirty="0" err="1"/>
                  <a:t>att</a:t>
                </a:r>
                <a:r>
                  <a:rPr lang="en-US" dirty="0"/>
                  <a:t> </a:t>
                </a:r>
                <a:r>
                  <a:rPr lang="en-US" dirty="0" err="1"/>
                  <a:t>förstå</a:t>
                </a:r>
                <a:r>
                  <a:rPr lang="en-US" dirty="0"/>
                  <a:t> </a:t>
                </a:r>
                <a:r>
                  <a:rPr lang="en-US" dirty="0" err="1"/>
                  <a:t>varför</a:t>
                </a:r>
                <a:r>
                  <a:rPr lang="en-US" dirty="0"/>
                  <a:t> de </a:t>
                </a:r>
                <a:r>
                  <a:rPr lang="en-US" dirty="0" err="1"/>
                  <a:t>finns</a:t>
                </a:r>
                <a:r>
                  <a:rPr lang="en-US" dirty="0"/>
                  <a:t>: de </a:t>
                </a:r>
                <a:r>
                  <a:rPr lang="en-US" dirty="0" err="1"/>
                  <a:t>gör</a:t>
                </a:r>
                <a:r>
                  <a:rPr lang="en-US" dirty="0"/>
                  <a:t> </a:t>
                </a:r>
                <a:r>
                  <a:rPr lang="en-US" dirty="0" err="1"/>
                  <a:t>nätverket</a:t>
                </a:r>
                <a:r>
                  <a:rPr lang="en-US" dirty="0"/>
                  <a:t> </a:t>
                </a:r>
                <a:r>
                  <a:rPr lang="en-US" dirty="0" err="1"/>
                  <a:t>mer</a:t>
                </a:r>
                <a:r>
                  <a:rPr lang="en-US" dirty="0"/>
                  <a:t> </a:t>
                </a:r>
                <a:r>
                  <a:rPr lang="en-US" dirty="0" err="1"/>
                  <a:t>flexibelt</a:t>
                </a:r>
                <a:r>
                  <a:rPr lang="en-US" dirty="0"/>
                  <a:t> och </a:t>
                </a:r>
                <a:r>
                  <a:rPr lang="en-US" dirty="0" err="1"/>
                  <a:t>gör</a:t>
                </a:r>
                <a:r>
                  <a:rPr lang="en-US" dirty="0"/>
                  <a:t> det </a:t>
                </a:r>
                <a:r>
                  <a:rPr lang="en-US" dirty="0" err="1"/>
                  <a:t>möjligt</a:t>
                </a:r>
                <a:r>
                  <a:rPr lang="en-US" dirty="0"/>
                  <a:t> </a:t>
                </a:r>
                <a:r>
                  <a:rPr lang="en-US" dirty="0" err="1"/>
                  <a:t>att</a:t>
                </a:r>
                <a:r>
                  <a:rPr lang="en-US" dirty="0"/>
                  <a:t> </a:t>
                </a:r>
                <a:r>
                  <a:rPr lang="en-US" dirty="0" err="1"/>
                  <a:t>lära</a:t>
                </a:r>
                <a:r>
                  <a:rPr lang="en-US" dirty="0"/>
                  <a:t> sig </a:t>
                </a:r>
                <a:r>
                  <a:rPr lang="en-US" dirty="0" err="1"/>
                  <a:t>betydligt</a:t>
                </a:r>
                <a:r>
                  <a:rPr lang="en-US" dirty="0"/>
                  <a:t> </a:t>
                </a:r>
                <a:r>
                  <a:rPr lang="en-US" dirty="0" err="1"/>
                  <a:t>mer</a:t>
                </a:r>
                <a:r>
                  <a:rPr lang="en-US" dirty="0"/>
                  <a:t> </a:t>
                </a:r>
                <a:r>
                  <a:rPr lang="en-US" dirty="0" err="1"/>
                  <a:t>komplexa</a:t>
                </a:r>
                <a:r>
                  <a:rPr lang="en-US" dirty="0"/>
                  <a:t> </a:t>
                </a:r>
                <a:r>
                  <a:rPr lang="en-US" dirty="0" err="1"/>
                  <a:t>samband</a:t>
                </a:r>
                <a:r>
                  <a:rPr lang="en-US" dirty="0"/>
                  <a:t> </a:t>
                </a:r>
                <a:r>
                  <a:rPr lang="en-US" dirty="0" err="1"/>
                  <a:t>än</a:t>
                </a:r>
                <a:r>
                  <a:rPr lang="en-US" dirty="0"/>
                  <a:t> om </a:t>
                </a:r>
                <a:r>
                  <a:rPr lang="en-US" dirty="0" err="1"/>
                  <a:t>allt</a:t>
                </a:r>
                <a:r>
                  <a:rPr lang="en-US" dirty="0"/>
                  <a:t> bara </a:t>
                </a:r>
                <a:r>
                  <a:rPr lang="en-US" dirty="0" err="1"/>
                  <a:t>vore</a:t>
                </a:r>
                <a:r>
                  <a:rPr lang="en-US" dirty="0"/>
                  <a:t> rent </a:t>
                </a:r>
                <a:r>
                  <a:rPr lang="en-US" dirty="0" err="1"/>
                  <a:t>linjärt</a:t>
                </a:r>
                <a:r>
                  <a:rPr lang="en-US" dirty="0"/>
                  <a:t>.</a:t>
                </a:r>
              </a:p>
              <a:p>
                <a:r>
                  <a:rPr lang="en-US" dirty="0"/>
                  <a:t>Det </a:t>
                </a:r>
                <a:r>
                  <a:rPr lang="en-US" dirty="0" err="1"/>
                  <a:t>är</a:t>
                </a:r>
                <a:r>
                  <a:rPr lang="en-US" dirty="0"/>
                  <a:t> </a:t>
                </a:r>
                <a:r>
                  <a:rPr lang="en-US" dirty="0" err="1"/>
                  <a:t>alltså</a:t>
                </a:r>
                <a:r>
                  <a:rPr lang="en-US" dirty="0"/>
                  <a:t> </a:t>
                </a:r>
                <a:r>
                  <a:rPr lang="en-US" dirty="0" err="1"/>
                  <a:t>aktiveringsfunktionerna</a:t>
                </a:r>
                <a:r>
                  <a:rPr lang="en-US" dirty="0"/>
                  <a:t> </a:t>
                </a:r>
                <a:r>
                  <a:rPr lang="en-US" dirty="0" err="1"/>
                  <a:t>som</a:t>
                </a:r>
                <a:r>
                  <a:rPr lang="en-US" dirty="0"/>
                  <a:t> </a:t>
                </a:r>
                <a:r>
                  <a:rPr lang="en-US" dirty="0" err="1"/>
                  <a:t>hjälper</a:t>
                </a:r>
                <a:r>
                  <a:rPr lang="en-US" dirty="0"/>
                  <a:t> </a:t>
                </a:r>
                <a:r>
                  <a:rPr lang="en-US" dirty="0" err="1"/>
                  <a:t>nätverket</a:t>
                </a:r>
                <a:r>
                  <a:rPr lang="en-US" dirty="0"/>
                  <a:t> </a:t>
                </a:r>
                <a:r>
                  <a:rPr lang="en-US" dirty="0" err="1"/>
                  <a:t>att</a:t>
                </a:r>
                <a:r>
                  <a:rPr lang="en-US" dirty="0"/>
                  <a:t> </a:t>
                </a:r>
                <a:r>
                  <a:rPr lang="en-US" dirty="0" err="1"/>
                  <a:t>bli</a:t>
                </a:r>
                <a:r>
                  <a:rPr lang="en-US" dirty="0"/>
                  <a:t> </a:t>
                </a:r>
                <a:r>
                  <a:rPr lang="en-US" dirty="0" err="1"/>
                  <a:t>något</a:t>
                </a:r>
                <a:r>
                  <a:rPr lang="en-US" dirty="0"/>
                  <a:t> </a:t>
                </a:r>
                <a:r>
                  <a:rPr lang="en-US" dirty="0" err="1"/>
                  <a:t>mer</a:t>
                </a:r>
                <a:r>
                  <a:rPr lang="en-US" dirty="0"/>
                  <a:t> </a:t>
                </a:r>
                <a:r>
                  <a:rPr lang="en-US" dirty="0" err="1"/>
                  <a:t>än</a:t>
                </a:r>
                <a:r>
                  <a:rPr lang="en-US" dirty="0"/>
                  <a:t> bara </a:t>
                </a:r>
                <a:r>
                  <a:rPr lang="en-US" dirty="0" err="1"/>
                  <a:t>en</a:t>
                </a:r>
                <a:r>
                  <a:rPr lang="en-US" dirty="0"/>
                  <a:t> </a:t>
                </a:r>
                <a:r>
                  <a:rPr lang="en-US" dirty="0" err="1"/>
                  <a:t>stapel</a:t>
                </a:r>
                <a:r>
                  <a:rPr lang="en-US" dirty="0"/>
                  <a:t> av </a:t>
                </a:r>
                <a:r>
                  <a:rPr lang="en-US" dirty="0" err="1"/>
                  <a:t>enkla</a:t>
                </a:r>
                <a:r>
                  <a:rPr lang="en-US" dirty="0"/>
                  <a:t> </a:t>
                </a:r>
                <a:r>
                  <a:rPr lang="en-US" dirty="0" err="1"/>
                  <a:t>linjära</a:t>
                </a:r>
                <a:r>
                  <a:rPr lang="en-US" dirty="0"/>
                  <a:t> </a:t>
                </a:r>
                <a:r>
                  <a:rPr lang="en-US" dirty="0" err="1"/>
                  <a:t>beräkningar</a:t>
                </a:r>
                <a:r>
                  <a:rPr lang="en-US" dirty="0"/>
                  <a:t>.</a:t>
                </a:r>
              </a:p>
            </p:txBody>
          </p:sp>
        </mc:Fallback>
      </mc:AlternateContent>
      <p:sp>
        <p:nvSpPr>
          <p:cNvPr id="4" name="Platshållare för bildnummer 3">
            <a:extLst>
              <a:ext uri="{FF2B5EF4-FFF2-40B4-BE49-F238E27FC236}">
                <a16:creationId xmlns:a16="http://schemas.microsoft.com/office/drawing/2014/main" id="{6330953B-8603-8DDB-0A54-19C1093A6194}"/>
              </a:ext>
            </a:extLst>
          </p:cNvPr>
          <p:cNvSpPr>
            <a:spLocks noGrp="1"/>
          </p:cNvSpPr>
          <p:nvPr>
            <p:ph type="sldNum" sz="quarter" idx="5"/>
          </p:nvPr>
        </p:nvSpPr>
        <p:spPr/>
        <p:txBody>
          <a:bodyPr/>
          <a:lstStyle/>
          <a:p>
            <a:fld id="{DFF15893-0DF5-4007-BFB5-41D74726C9CD}" type="slidenum">
              <a:rPr lang="en-SE" smtClean="0"/>
              <a:t>9</a:t>
            </a:fld>
            <a:endParaRPr lang="en-SE"/>
          </a:p>
        </p:txBody>
      </p:sp>
    </p:spTree>
    <p:extLst>
      <p:ext uri="{BB962C8B-B14F-4D97-AF65-F5344CB8AC3E}">
        <p14:creationId xmlns:p14="http://schemas.microsoft.com/office/powerpoint/2010/main" val="1399338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9E4DB-2CB3-82DF-B7B1-4998C884A935}"/>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CF5C56C5-F35F-77E3-4DFB-AE78325BD8A0}"/>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0741AD2C-94AE-A09F-1E7A-19DF098D5457}"/>
              </a:ext>
            </a:extLst>
          </p:cNvPr>
          <p:cNvSpPr>
            <a:spLocks noGrp="1"/>
          </p:cNvSpPr>
          <p:nvPr>
            <p:ph type="body" idx="1"/>
          </p:nvPr>
        </p:nvSpPr>
        <p:spPr/>
        <p:txBody>
          <a:bodyPr/>
          <a:lstStyle/>
          <a:p>
            <a:r>
              <a:rPr lang="sv-SE" dirty="0"/>
              <a:t>En naturlig fråga här är varför vi alls behöver flera lager. Varför räcker det inte med ett enda lager?</a:t>
            </a:r>
          </a:p>
          <a:p>
            <a:r>
              <a:rPr lang="sv-SE" dirty="0"/>
              <a:t>Idén är att flera lager gör det möjligt för modellen att bygga upp mer komplexa transformationer steg för steg. Ett tidigt lager kan upptäcka enklare mönster. Nästa lager kan använda de mönstren som byggstenar för att skapa något mer sammansatt. Senare lager kan bygga vidare ännu mer.</a:t>
            </a:r>
          </a:p>
          <a:p>
            <a:r>
              <a:rPr lang="sv-SE" dirty="0"/>
              <a:t>Det här är samma grundidé som vi pratade om i den förra videon när vi tittade på representationer. Flera lager gör att modellen inte bara lär sig en direkt koppling från input till output, utan flera nivåer av mellanliggande representation.</a:t>
            </a:r>
          </a:p>
          <a:p>
            <a:r>
              <a:rPr lang="sv-SE" dirty="0"/>
              <a:t>Det betyder inte att djupare alltid är bättre. Fler lager ger också större komplexitet och större risk för överanpassning. Men det är just möjligheten att bygga flera nivåer av transformation som gör djupa nätverk så kraftfulla.</a:t>
            </a:r>
          </a:p>
        </p:txBody>
      </p:sp>
      <p:sp>
        <p:nvSpPr>
          <p:cNvPr id="4" name="Platshållare för bildnummer 3">
            <a:extLst>
              <a:ext uri="{FF2B5EF4-FFF2-40B4-BE49-F238E27FC236}">
                <a16:creationId xmlns:a16="http://schemas.microsoft.com/office/drawing/2014/main" id="{2D3DB027-5E69-5D11-1F37-9214A8BE8CFB}"/>
              </a:ext>
            </a:extLst>
          </p:cNvPr>
          <p:cNvSpPr>
            <a:spLocks noGrp="1"/>
          </p:cNvSpPr>
          <p:nvPr>
            <p:ph type="sldNum" sz="quarter" idx="5"/>
          </p:nvPr>
        </p:nvSpPr>
        <p:spPr/>
        <p:txBody>
          <a:bodyPr/>
          <a:lstStyle/>
          <a:p>
            <a:fld id="{DFF15893-0DF5-4007-BFB5-41D74726C9CD}" type="slidenum">
              <a:rPr lang="en-SE" smtClean="0"/>
              <a:t>10</a:t>
            </a:fld>
            <a:endParaRPr lang="en-SE"/>
          </a:p>
        </p:txBody>
      </p:sp>
    </p:spTree>
    <p:extLst>
      <p:ext uri="{BB962C8B-B14F-4D97-AF65-F5344CB8AC3E}">
        <p14:creationId xmlns:p14="http://schemas.microsoft.com/office/powerpoint/2010/main" val="13309878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1C1D7-471B-0996-E0ED-F676E99DC867}"/>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5E21338A-592A-AFC3-7351-CEBB102D702B}"/>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EFAB0A40-84C4-8068-5167-CF85E676EA6C}"/>
              </a:ext>
            </a:extLst>
          </p:cNvPr>
          <p:cNvSpPr>
            <a:spLocks noGrp="1"/>
          </p:cNvSpPr>
          <p:nvPr>
            <p:ph type="body" idx="1"/>
          </p:nvPr>
        </p:nvSpPr>
        <p:spPr/>
        <p:txBody>
          <a:bodyPr/>
          <a:lstStyle/>
          <a:p>
            <a:r>
              <a:rPr lang="sv-SE" dirty="0"/>
              <a:t>När vi matar in data i nätverket och låter den röra sig genom lagren fram till outputen, då kallas det för en framåtpassage, eller forward pass.</a:t>
            </a:r>
          </a:p>
          <a:p>
            <a:r>
              <a:rPr lang="sv-SE" dirty="0"/>
              <a:t>Det är alltså själva vägen från input till prediktion. </a:t>
            </a:r>
            <a:r>
              <a:rPr lang="sv-SE" dirty="0" err="1"/>
              <a:t>Datan</a:t>
            </a:r>
            <a:r>
              <a:rPr lang="sv-SE" dirty="0"/>
              <a:t> går in i input-lagret, bearbetas i de dolda lagren och till sist får vi ett svar i output-lagret.</a:t>
            </a:r>
          </a:p>
          <a:p>
            <a:r>
              <a:rPr lang="sv-SE" dirty="0"/>
              <a:t>Den här bilden blir extra tydlig om man tänker att signalen faktiskt rör sig framåt genom nätverket. Så om du animerar färgerna här blir det ett bra sätt att visa exakt vad begreppet betyder.</a:t>
            </a:r>
          </a:p>
          <a:p>
            <a:r>
              <a:rPr lang="sv-SE" dirty="0"/>
              <a:t>Det viktiga att ta med sig är att framåtpassagen är den del där modellen använder sina nuvarande vikter och bias för att skapa en prediktion.</a:t>
            </a:r>
          </a:p>
        </p:txBody>
      </p:sp>
      <p:sp>
        <p:nvSpPr>
          <p:cNvPr id="4" name="Platshållare för bildnummer 3">
            <a:extLst>
              <a:ext uri="{FF2B5EF4-FFF2-40B4-BE49-F238E27FC236}">
                <a16:creationId xmlns:a16="http://schemas.microsoft.com/office/drawing/2014/main" id="{F61C7AF0-5F7B-CEA7-33FF-DE2C4CC2ACDE}"/>
              </a:ext>
            </a:extLst>
          </p:cNvPr>
          <p:cNvSpPr>
            <a:spLocks noGrp="1"/>
          </p:cNvSpPr>
          <p:nvPr>
            <p:ph type="sldNum" sz="quarter" idx="5"/>
          </p:nvPr>
        </p:nvSpPr>
        <p:spPr/>
        <p:txBody>
          <a:bodyPr/>
          <a:lstStyle/>
          <a:p>
            <a:fld id="{DFF15893-0DF5-4007-BFB5-41D74726C9CD}" type="slidenum">
              <a:rPr lang="en-SE" smtClean="0"/>
              <a:t>11</a:t>
            </a:fld>
            <a:endParaRPr lang="en-SE"/>
          </a:p>
        </p:txBody>
      </p:sp>
    </p:spTree>
    <p:extLst>
      <p:ext uri="{BB962C8B-B14F-4D97-AF65-F5344CB8AC3E}">
        <p14:creationId xmlns:p14="http://schemas.microsoft.com/office/powerpoint/2010/main" val="12312992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0600A-1A0C-EB46-9CB6-13844945B353}"/>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68D37DC2-F6DC-FDD3-3C0F-9109A2661E96}"/>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EB52F890-FB2F-C6E9-CE4C-06294DFBF5E3}"/>
              </a:ext>
            </a:extLst>
          </p:cNvPr>
          <p:cNvSpPr>
            <a:spLocks noGrp="1"/>
          </p:cNvSpPr>
          <p:nvPr>
            <p:ph type="body" idx="1"/>
          </p:nvPr>
        </p:nvSpPr>
        <p:spPr/>
        <p:txBody>
          <a:bodyPr/>
          <a:lstStyle/>
          <a:p>
            <a:r>
              <a:rPr lang="sv-SE" dirty="0"/>
              <a:t>Det är också viktigt att förstå att neurala nätverk inte alltid ser likadana ut i outputen. Den sista delen av nätverket beror på vilken typ av problem vi försöker lösa.</a:t>
            </a:r>
          </a:p>
          <a:p>
            <a:r>
              <a:rPr lang="sv-SE" dirty="0"/>
              <a:t>Om vi gör regression vill vi ofta ha ett enda numeriskt värde ut. Om vi gör binär klassificering vill vi ha ett värde som kan tolkas som sannolikhet för en av två klasser. Och om vi gör multiklassklassificering vill vi ofta ha flera outputs som representerar sannolikheter för olika klasser.</a:t>
            </a:r>
          </a:p>
          <a:p>
            <a:r>
              <a:rPr lang="sv-SE" dirty="0"/>
              <a:t>Så även om den grundläggande idén med nätverket är densamma, måste den sista delen av modellen anpassas till problemtypen.</a:t>
            </a:r>
          </a:p>
          <a:p>
            <a:r>
              <a:rPr lang="sv-SE" dirty="0"/>
              <a:t>Det här är en viktig koppling mellan </a:t>
            </a:r>
            <a:r>
              <a:rPr lang="sv-SE" dirty="0" err="1"/>
              <a:t>deep</a:t>
            </a:r>
            <a:r>
              <a:rPr lang="sv-SE" dirty="0"/>
              <a:t> </a:t>
            </a:r>
            <a:r>
              <a:rPr lang="sv-SE" dirty="0" err="1"/>
              <a:t>learning</a:t>
            </a:r>
            <a:r>
              <a:rPr lang="sv-SE" dirty="0"/>
              <a:t> och sådant man redan känner igen från </a:t>
            </a:r>
            <a:r>
              <a:rPr lang="sv-SE" dirty="0" err="1"/>
              <a:t>machine</a:t>
            </a:r>
            <a:r>
              <a:rPr lang="sv-SE" dirty="0"/>
              <a:t> </a:t>
            </a:r>
            <a:r>
              <a:rPr lang="sv-SE" dirty="0" err="1"/>
              <a:t>learning</a:t>
            </a:r>
            <a:r>
              <a:rPr lang="sv-SE" dirty="0"/>
              <a:t>: problemtypen styr hur modellen ska tolkas och utvärderas.</a:t>
            </a:r>
          </a:p>
        </p:txBody>
      </p:sp>
      <p:sp>
        <p:nvSpPr>
          <p:cNvPr id="4" name="Platshållare för bildnummer 3">
            <a:extLst>
              <a:ext uri="{FF2B5EF4-FFF2-40B4-BE49-F238E27FC236}">
                <a16:creationId xmlns:a16="http://schemas.microsoft.com/office/drawing/2014/main" id="{0D6E75A7-E23E-2960-40E1-19E91331A384}"/>
              </a:ext>
            </a:extLst>
          </p:cNvPr>
          <p:cNvSpPr>
            <a:spLocks noGrp="1"/>
          </p:cNvSpPr>
          <p:nvPr>
            <p:ph type="sldNum" sz="quarter" idx="5"/>
          </p:nvPr>
        </p:nvSpPr>
        <p:spPr/>
        <p:txBody>
          <a:bodyPr/>
          <a:lstStyle/>
          <a:p>
            <a:fld id="{DFF15893-0DF5-4007-BFB5-41D74726C9CD}" type="slidenum">
              <a:rPr lang="en-SE" smtClean="0"/>
              <a:t>12</a:t>
            </a:fld>
            <a:endParaRPr lang="en-SE"/>
          </a:p>
        </p:txBody>
      </p:sp>
    </p:spTree>
    <p:extLst>
      <p:ext uri="{BB962C8B-B14F-4D97-AF65-F5344CB8AC3E}">
        <p14:creationId xmlns:p14="http://schemas.microsoft.com/office/powerpoint/2010/main" val="39009136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DC182-F43C-6214-9550-0A51D4E465E2}"/>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9C8D2BBC-FC93-E877-869C-7DF16F82DA22}"/>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2400F132-7E0D-CE2D-754A-18271F9A1863}"/>
              </a:ext>
            </a:extLst>
          </p:cNvPr>
          <p:cNvSpPr>
            <a:spLocks noGrp="1"/>
          </p:cNvSpPr>
          <p:nvPr>
            <p:ph type="body" idx="1"/>
          </p:nvPr>
        </p:nvSpPr>
        <p:spPr/>
        <p:txBody>
          <a:bodyPr/>
          <a:lstStyle/>
          <a:p>
            <a:r>
              <a:rPr lang="sv-SE" dirty="0"/>
              <a:t>vad är det egentligen nätverket lär sig?</a:t>
            </a:r>
          </a:p>
          <a:p>
            <a:r>
              <a:rPr lang="sv-SE" dirty="0"/>
              <a:t>Det mest direkta svaret är att det lär sig sina parametrar, alltså framför allt vikter och bias. Under träningen justeras de här parametrarna så att modellen gradvis blir bättre på uppgiften.</a:t>
            </a:r>
          </a:p>
          <a:p>
            <a:r>
              <a:rPr lang="sv-SE" dirty="0"/>
              <a:t>Men man kan också uttrycka det på ett lite bredare sätt och säga att nätverket lär sig användbara representationer av </a:t>
            </a:r>
            <a:r>
              <a:rPr lang="sv-SE" dirty="0" err="1"/>
              <a:t>datan</a:t>
            </a:r>
            <a:r>
              <a:rPr lang="sv-SE" dirty="0"/>
              <a:t>. Tidiga delar av nätverket kan fånga enklare mönster, medan senare delar kan kombinera dem till något mer sammansatt.</a:t>
            </a:r>
          </a:p>
          <a:p>
            <a:r>
              <a:rPr lang="sv-SE" dirty="0"/>
              <a:t>Så när vi säger att ett neuralt nätverk lär sig betyder det inte att det förstår världen på mänskligt sätt. Det betyder att det justerar sina interna parametrar så att dess beräkningar blir mer användbara för att ta sig från input till en bra output.</a:t>
            </a:r>
          </a:p>
          <a:p>
            <a:r>
              <a:rPr lang="sv-SE" dirty="0"/>
              <a:t>Det här är en viktig skillnad, eftersom ordet “lär sig” lätt låter mer mänskligt än vad det faktiskt är.</a:t>
            </a:r>
          </a:p>
        </p:txBody>
      </p:sp>
      <p:sp>
        <p:nvSpPr>
          <p:cNvPr id="4" name="Platshållare för bildnummer 3">
            <a:extLst>
              <a:ext uri="{FF2B5EF4-FFF2-40B4-BE49-F238E27FC236}">
                <a16:creationId xmlns:a16="http://schemas.microsoft.com/office/drawing/2014/main" id="{FC251D97-A609-02E6-F08C-2096585C4645}"/>
              </a:ext>
            </a:extLst>
          </p:cNvPr>
          <p:cNvSpPr>
            <a:spLocks noGrp="1"/>
          </p:cNvSpPr>
          <p:nvPr>
            <p:ph type="sldNum" sz="quarter" idx="5"/>
          </p:nvPr>
        </p:nvSpPr>
        <p:spPr/>
        <p:txBody>
          <a:bodyPr/>
          <a:lstStyle/>
          <a:p>
            <a:fld id="{DFF15893-0DF5-4007-BFB5-41D74726C9CD}" type="slidenum">
              <a:rPr lang="en-SE" smtClean="0"/>
              <a:t>13</a:t>
            </a:fld>
            <a:endParaRPr lang="en-SE"/>
          </a:p>
        </p:txBody>
      </p:sp>
    </p:spTree>
    <p:extLst>
      <p:ext uri="{BB962C8B-B14F-4D97-AF65-F5344CB8AC3E}">
        <p14:creationId xmlns:p14="http://schemas.microsoft.com/office/powerpoint/2010/main" val="9508404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C3566-3658-7C0F-8E6A-5D9A37AAAA38}"/>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CE8AD96C-604A-16FD-81FD-5896A0CCA75F}"/>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8727106D-D516-A887-6A1F-AE375A6E7AF8}"/>
              </a:ext>
            </a:extLst>
          </p:cNvPr>
          <p:cNvSpPr>
            <a:spLocks noGrp="1"/>
          </p:cNvSpPr>
          <p:nvPr>
            <p:ph type="body" idx="1"/>
          </p:nvPr>
        </p:nvSpPr>
        <p:spPr/>
        <p:txBody>
          <a:bodyPr/>
          <a:lstStyle/>
          <a:p>
            <a:r>
              <a:rPr lang="sv-SE" dirty="0"/>
              <a:t>Nu ska vi knyta ihop det här.</a:t>
            </a:r>
          </a:p>
          <a:p>
            <a:r>
              <a:rPr lang="sv-SE" dirty="0"/>
              <a:t>Det viktigaste att ta med sig från den här videon är att ett neuralt nätverk består av flera lager av beräkningar. Vi har ett input-lager där </a:t>
            </a:r>
            <a:r>
              <a:rPr lang="sv-SE" dirty="0" err="1"/>
              <a:t>datan</a:t>
            </a:r>
            <a:r>
              <a:rPr lang="sv-SE" dirty="0"/>
              <a:t> kommer in, ett eller flera dolda lager där modellen bearbetar informationen, och ett output-lager där vi får modellens slutliga svar.</a:t>
            </a:r>
          </a:p>
          <a:p>
            <a:r>
              <a:rPr lang="sv-SE" dirty="0"/>
              <a:t>Inne i nätverket finns neuroner, alltså små beräkningsenheter som tar emot input, väger ihop den med hjälp av vikter, lägger till bias och skickar resultatet vidare.</a:t>
            </a:r>
          </a:p>
          <a:p>
            <a:r>
              <a:rPr lang="sv-SE" dirty="0"/>
              <a:t>En avgörande del är också aktiveringsfunktionerna. Det är de som gör att nätverket inte bara blir en enkel linjär modell, utan kan börja lära sig mer komplexa samband.</a:t>
            </a:r>
          </a:p>
          <a:p>
            <a:r>
              <a:rPr lang="sv-SE" dirty="0"/>
              <a:t>När vi har flera lager kan modellen stegvis bygga upp mer användbara representationer av </a:t>
            </a:r>
            <a:r>
              <a:rPr lang="sv-SE" dirty="0" err="1"/>
              <a:t>datan</a:t>
            </a:r>
            <a:r>
              <a:rPr lang="sv-SE" dirty="0"/>
              <a:t>. Och när informationen rör sig från input hela vägen fram till output kallar vi det för en framåtpassage.</a:t>
            </a:r>
          </a:p>
          <a:p>
            <a:r>
              <a:rPr lang="sv-SE" dirty="0"/>
              <a:t>Så om man ska sammanfatta allt väldigt kort kan man säga så här: ett neuralt nätverk är en modell som omvandlar input till output genom många små beräkningar organiserade i flera lager.</a:t>
            </a:r>
          </a:p>
          <a:p>
            <a:r>
              <a:rPr lang="sv-SE" dirty="0"/>
              <a:t>Med den bilden på plats är vi redo att gå vidare och titta ännu mer konkret på olika aktiveringsfunktioner och hur output-lagret anpassas till olika typer av problem.</a:t>
            </a:r>
          </a:p>
        </p:txBody>
      </p:sp>
      <p:sp>
        <p:nvSpPr>
          <p:cNvPr id="4" name="Platshållare för bildnummer 3">
            <a:extLst>
              <a:ext uri="{FF2B5EF4-FFF2-40B4-BE49-F238E27FC236}">
                <a16:creationId xmlns:a16="http://schemas.microsoft.com/office/drawing/2014/main" id="{15A4A8BA-7D35-815B-711E-DE9AC8AA2FAB}"/>
              </a:ext>
            </a:extLst>
          </p:cNvPr>
          <p:cNvSpPr>
            <a:spLocks noGrp="1"/>
          </p:cNvSpPr>
          <p:nvPr>
            <p:ph type="sldNum" sz="quarter" idx="5"/>
          </p:nvPr>
        </p:nvSpPr>
        <p:spPr/>
        <p:txBody>
          <a:bodyPr/>
          <a:lstStyle/>
          <a:p>
            <a:fld id="{DFF15893-0DF5-4007-BFB5-41D74726C9CD}" type="slidenum">
              <a:rPr lang="en-SE" smtClean="0"/>
              <a:t>14</a:t>
            </a:fld>
            <a:endParaRPr lang="en-SE"/>
          </a:p>
        </p:txBody>
      </p:sp>
    </p:spTree>
    <p:extLst>
      <p:ext uri="{BB962C8B-B14F-4D97-AF65-F5344CB8AC3E}">
        <p14:creationId xmlns:p14="http://schemas.microsoft.com/office/powerpoint/2010/main" val="27176024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78E1B-1590-8F97-5F77-77D8DE9BAA8D}"/>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3AA9A05E-034E-2708-D777-F5713A2FC864}"/>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3A511A96-DBE1-4C1D-C47F-EADB3E36EB8F}"/>
              </a:ext>
            </a:extLst>
          </p:cNvPr>
          <p:cNvSpPr>
            <a:spLocks noGrp="1"/>
          </p:cNvSpPr>
          <p:nvPr>
            <p:ph type="body" idx="1"/>
          </p:nvPr>
        </p:nvSpPr>
        <p:spPr/>
        <p:txBody>
          <a:bodyPr/>
          <a:lstStyle/>
          <a:p>
            <a:endParaRPr lang="en-SE" dirty="0"/>
          </a:p>
        </p:txBody>
      </p:sp>
      <p:sp>
        <p:nvSpPr>
          <p:cNvPr id="4" name="Platshållare för bildnummer 3">
            <a:extLst>
              <a:ext uri="{FF2B5EF4-FFF2-40B4-BE49-F238E27FC236}">
                <a16:creationId xmlns:a16="http://schemas.microsoft.com/office/drawing/2014/main" id="{9947F5A6-6E10-100A-1A4A-707C654C257F}"/>
              </a:ext>
            </a:extLst>
          </p:cNvPr>
          <p:cNvSpPr>
            <a:spLocks noGrp="1"/>
          </p:cNvSpPr>
          <p:nvPr>
            <p:ph type="sldNum" sz="quarter" idx="5"/>
          </p:nvPr>
        </p:nvSpPr>
        <p:spPr/>
        <p:txBody>
          <a:bodyPr/>
          <a:lstStyle/>
          <a:p>
            <a:fld id="{DFF15893-0DF5-4007-BFB5-41D74726C9CD}" type="slidenum">
              <a:rPr lang="en-SE" smtClean="0"/>
              <a:t>15</a:t>
            </a:fld>
            <a:endParaRPr lang="en-SE"/>
          </a:p>
        </p:txBody>
      </p:sp>
    </p:spTree>
    <p:extLst>
      <p:ext uri="{BB962C8B-B14F-4D97-AF65-F5344CB8AC3E}">
        <p14:creationId xmlns:p14="http://schemas.microsoft.com/office/powerpoint/2010/main" val="28276025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3667B94-3AFB-D776-DC20-6291CA4D1D6E}"/>
              </a:ext>
            </a:extLst>
          </p:cNvPr>
          <p:cNvSpPr>
            <a:spLocks noGrp="1"/>
          </p:cNvSpPr>
          <p:nvPr>
            <p:ph type="ctrTitle"/>
          </p:nvPr>
        </p:nvSpPr>
        <p:spPr>
          <a:xfrm>
            <a:off x="1524000" y="1122363"/>
            <a:ext cx="9144000" cy="2387600"/>
          </a:xfrm>
        </p:spPr>
        <p:txBody>
          <a:bodyPr anchor="b"/>
          <a:lstStyle>
            <a:lvl1pPr algn="ctr">
              <a:defRPr sz="6000"/>
            </a:lvl1pPr>
          </a:lstStyle>
          <a:p>
            <a:r>
              <a:rPr lang="sv-SE"/>
              <a:t>Klicka här för att ändra mall för rubrikformat</a:t>
            </a:r>
            <a:endParaRPr lang="en-SE"/>
          </a:p>
        </p:txBody>
      </p:sp>
      <p:sp>
        <p:nvSpPr>
          <p:cNvPr id="3" name="Underrubrik 2">
            <a:extLst>
              <a:ext uri="{FF2B5EF4-FFF2-40B4-BE49-F238E27FC236}">
                <a16:creationId xmlns:a16="http://schemas.microsoft.com/office/drawing/2014/main" id="{581A1B2E-060E-FDA8-8E1F-BD03EA603C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här för att ändra mall för underrubrikformat</a:t>
            </a:r>
            <a:endParaRPr lang="en-SE"/>
          </a:p>
        </p:txBody>
      </p:sp>
      <p:sp>
        <p:nvSpPr>
          <p:cNvPr id="4" name="Platshållare för datum 3">
            <a:extLst>
              <a:ext uri="{FF2B5EF4-FFF2-40B4-BE49-F238E27FC236}">
                <a16:creationId xmlns:a16="http://schemas.microsoft.com/office/drawing/2014/main" id="{28683EF3-55B7-B404-DFBA-488B1E383189}"/>
              </a:ext>
            </a:extLst>
          </p:cNvPr>
          <p:cNvSpPr>
            <a:spLocks noGrp="1"/>
          </p:cNvSpPr>
          <p:nvPr>
            <p:ph type="dt" sz="half" idx="10"/>
          </p:nvPr>
        </p:nvSpPr>
        <p:spPr/>
        <p:txBody>
          <a:bodyPr/>
          <a:lstStyle/>
          <a:p>
            <a:fld id="{AE3CCB1C-ACF7-4B10-AE38-944E2E7119DC}" type="datetimeFigureOut">
              <a:rPr lang="en-SE" smtClean="0"/>
              <a:t>2026-04-19</a:t>
            </a:fld>
            <a:endParaRPr lang="en-SE"/>
          </a:p>
        </p:txBody>
      </p:sp>
      <p:sp>
        <p:nvSpPr>
          <p:cNvPr id="5" name="Platshållare för sidfot 4">
            <a:extLst>
              <a:ext uri="{FF2B5EF4-FFF2-40B4-BE49-F238E27FC236}">
                <a16:creationId xmlns:a16="http://schemas.microsoft.com/office/drawing/2014/main" id="{2D046AC7-C8F9-21A5-6DA9-5AA749AE278A}"/>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2F401A44-7DFD-8864-08EF-1425F8973A51}"/>
              </a:ext>
            </a:extLst>
          </p:cNvPr>
          <p:cNvSpPr>
            <a:spLocks noGrp="1"/>
          </p:cNvSpPr>
          <p:nvPr>
            <p:ph type="sldNum" sz="quarter" idx="12"/>
          </p:nvPr>
        </p:nvSpPr>
        <p:spPr/>
        <p:txBody>
          <a:bodyPr/>
          <a:lstStyle/>
          <a:p>
            <a:fld id="{5AFE534B-6975-4B42-BA33-447C452210DD}" type="slidenum">
              <a:rPr lang="en-SE" smtClean="0"/>
              <a:t>‹#›</a:t>
            </a:fld>
            <a:endParaRPr lang="en-SE"/>
          </a:p>
        </p:txBody>
      </p:sp>
    </p:spTree>
    <p:extLst>
      <p:ext uri="{BB962C8B-B14F-4D97-AF65-F5344CB8AC3E}">
        <p14:creationId xmlns:p14="http://schemas.microsoft.com/office/powerpoint/2010/main" val="1494703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2F959262-E594-32D2-AF58-5AFD68416FA9}"/>
              </a:ext>
            </a:extLst>
          </p:cNvPr>
          <p:cNvSpPr>
            <a:spLocks noGrp="1"/>
          </p:cNvSpPr>
          <p:nvPr>
            <p:ph type="title"/>
          </p:nvPr>
        </p:nvSpPr>
        <p:spPr/>
        <p:txBody>
          <a:bodyPr/>
          <a:lstStyle/>
          <a:p>
            <a:r>
              <a:rPr lang="sv-SE"/>
              <a:t>Klicka här för att ändra mall för rubrikformat</a:t>
            </a:r>
            <a:endParaRPr lang="en-SE"/>
          </a:p>
        </p:txBody>
      </p:sp>
      <p:sp>
        <p:nvSpPr>
          <p:cNvPr id="3" name="Platshållare för innehåll 2">
            <a:extLst>
              <a:ext uri="{FF2B5EF4-FFF2-40B4-BE49-F238E27FC236}">
                <a16:creationId xmlns:a16="http://schemas.microsoft.com/office/drawing/2014/main" id="{21BE6053-EB11-DB58-E8ED-9E46074A2085}"/>
              </a:ext>
            </a:extLst>
          </p:cNvPr>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SE"/>
          </a:p>
        </p:txBody>
      </p:sp>
      <p:sp>
        <p:nvSpPr>
          <p:cNvPr id="4" name="Platshållare för datum 3">
            <a:extLst>
              <a:ext uri="{FF2B5EF4-FFF2-40B4-BE49-F238E27FC236}">
                <a16:creationId xmlns:a16="http://schemas.microsoft.com/office/drawing/2014/main" id="{C245B5BA-4EEB-B39A-7711-A1C0FF329645}"/>
              </a:ext>
            </a:extLst>
          </p:cNvPr>
          <p:cNvSpPr>
            <a:spLocks noGrp="1"/>
          </p:cNvSpPr>
          <p:nvPr>
            <p:ph type="dt" sz="half" idx="10"/>
          </p:nvPr>
        </p:nvSpPr>
        <p:spPr/>
        <p:txBody>
          <a:bodyPr/>
          <a:lstStyle/>
          <a:p>
            <a:fld id="{AE3CCB1C-ACF7-4B10-AE38-944E2E7119DC}" type="datetimeFigureOut">
              <a:rPr lang="en-SE" smtClean="0"/>
              <a:t>2026-04-19</a:t>
            </a:fld>
            <a:endParaRPr lang="en-SE"/>
          </a:p>
        </p:txBody>
      </p:sp>
      <p:sp>
        <p:nvSpPr>
          <p:cNvPr id="5" name="Platshållare för sidfot 4">
            <a:extLst>
              <a:ext uri="{FF2B5EF4-FFF2-40B4-BE49-F238E27FC236}">
                <a16:creationId xmlns:a16="http://schemas.microsoft.com/office/drawing/2014/main" id="{45E5513F-1C33-4CEF-69F7-4FF59C3B0119}"/>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6DE99110-15FA-5ABF-685C-36365B39AAA6}"/>
              </a:ext>
            </a:extLst>
          </p:cNvPr>
          <p:cNvSpPr>
            <a:spLocks noGrp="1"/>
          </p:cNvSpPr>
          <p:nvPr>
            <p:ph type="sldNum" sz="quarter" idx="12"/>
          </p:nvPr>
        </p:nvSpPr>
        <p:spPr/>
        <p:txBody>
          <a:bodyPr/>
          <a:lstStyle/>
          <a:p>
            <a:fld id="{5AFE534B-6975-4B42-BA33-447C452210DD}" type="slidenum">
              <a:rPr lang="en-SE" smtClean="0"/>
              <a:t>‹#›</a:t>
            </a:fld>
            <a:endParaRPr lang="en-SE"/>
          </a:p>
        </p:txBody>
      </p:sp>
    </p:spTree>
    <p:extLst>
      <p:ext uri="{BB962C8B-B14F-4D97-AF65-F5344CB8AC3E}">
        <p14:creationId xmlns:p14="http://schemas.microsoft.com/office/powerpoint/2010/main" val="3097348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9AA7754B-C9B5-25B6-7621-A03E66ED56BE}"/>
              </a:ext>
            </a:extLst>
          </p:cNvPr>
          <p:cNvSpPr>
            <a:spLocks noGrp="1"/>
          </p:cNvSpPr>
          <p:nvPr>
            <p:ph type="title"/>
          </p:nvPr>
        </p:nvSpPr>
        <p:spPr>
          <a:xfrm>
            <a:off x="831850" y="1709738"/>
            <a:ext cx="10515600" cy="2852737"/>
          </a:xfrm>
        </p:spPr>
        <p:txBody>
          <a:bodyPr anchor="b"/>
          <a:lstStyle>
            <a:lvl1pPr>
              <a:defRPr sz="6000"/>
            </a:lvl1pPr>
          </a:lstStyle>
          <a:p>
            <a:r>
              <a:rPr lang="sv-SE"/>
              <a:t>Klicka här för att ändra mall för rubrikformat</a:t>
            </a:r>
            <a:endParaRPr lang="en-SE"/>
          </a:p>
        </p:txBody>
      </p:sp>
      <p:sp>
        <p:nvSpPr>
          <p:cNvPr id="3" name="Platshållare för text 2">
            <a:extLst>
              <a:ext uri="{FF2B5EF4-FFF2-40B4-BE49-F238E27FC236}">
                <a16:creationId xmlns:a16="http://schemas.microsoft.com/office/drawing/2014/main" id="{8D4D7EC5-B4B9-F005-FD32-1CC4D3FAB19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sv-SE"/>
              <a:t>Klicka här för att ändra format på bakgrundstexten</a:t>
            </a:r>
          </a:p>
        </p:txBody>
      </p:sp>
      <p:sp>
        <p:nvSpPr>
          <p:cNvPr id="4" name="Platshållare för datum 3">
            <a:extLst>
              <a:ext uri="{FF2B5EF4-FFF2-40B4-BE49-F238E27FC236}">
                <a16:creationId xmlns:a16="http://schemas.microsoft.com/office/drawing/2014/main" id="{9702A030-39FE-D5D5-3FD8-6FC3BC898E41}"/>
              </a:ext>
            </a:extLst>
          </p:cNvPr>
          <p:cNvSpPr>
            <a:spLocks noGrp="1"/>
          </p:cNvSpPr>
          <p:nvPr>
            <p:ph type="dt" sz="half" idx="10"/>
          </p:nvPr>
        </p:nvSpPr>
        <p:spPr/>
        <p:txBody>
          <a:bodyPr/>
          <a:lstStyle/>
          <a:p>
            <a:fld id="{AE3CCB1C-ACF7-4B10-AE38-944E2E7119DC}" type="datetimeFigureOut">
              <a:rPr lang="en-SE" smtClean="0"/>
              <a:t>2026-04-19</a:t>
            </a:fld>
            <a:endParaRPr lang="en-SE"/>
          </a:p>
        </p:txBody>
      </p:sp>
      <p:sp>
        <p:nvSpPr>
          <p:cNvPr id="5" name="Platshållare för sidfot 4">
            <a:extLst>
              <a:ext uri="{FF2B5EF4-FFF2-40B4-BE49-F238E27FC236}">
                <a16:creationId xmlns:a16="http://schemas.microsoft.com/office/drawing/2014/main" id="{10FDAF0E-45B4-FB3A-957F-DFDD359C7917}"/>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F0939320-A746-AAF9-7F71-2F79F8259C34}"/>
              </a:ext>
            </a:extLst>
          </p:cNvPr>
          <p:cNvSpPr>
            <a:spLocks noGrp="1"/>
          </p:cNvSpPr>
          <p:nvPr>
            <p:ph type="sldNum" sz="quarter" idx="12"/>
          </p:nvPr>
        </p:nvSpPr>
        <p:spPr/>
        <p:txBody>
          <a:bodyPr/>
          <a:lstStyle/>
          <a:p>
            <a:fld id="{5AFE534B-6975-4B42-BA33-447C452210DD}" type="slidenum">
              <a:rPr lang="en-SE" smtClean="0"/>
              <a:t>‹#›</a:t>
            </a:fld>
            <a:endParaRPr lang="en-SE"/>
          </a:p>
        </p:txBody>
      </p:sp>
    </p:spTree>
    <p:extLst>
      <p:ext uri="{BB962C8B-B14F-4D97-AF65-F5344CB8AC3E}">
        <p14:creationId xmlns:p14="http://schemas.microsoft.com/office/powerpoint/2010/main" val="372291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delar">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43AC08-E0D1-5157-0045-F8A695817A5D}"/>
              </a:ext>
            </a:extLst>
          </p:cNvPr>
          <p:cNvSpPr>
            <a:spLocks noGrp="1"/>
          </p:cNvSpPr>
          <p:nvPr>
            <p:ph type="title"/>
          </p:nvPr>
        </p:nvSpPr>
        <p:spPr/>
        <p:txBody>
          <a:bodyPr/>
          <a:lstStyle/>
          <a:p>
            <a:r>
              <a:rPr lang="sv-SE"/>
              <a:t>Klicka här för att ändra mall för rubrikformat</a:t>
            </a:r>
            <a:endParaRPr lang="en-SE"/>
          </a:p>
        </p:txBody>
      </p:sp>
      <p:sp>
        <p:nvSpPr>
          <p:cNvPr id="3" name="Platshållare för innehåll 2">
            <a:extLst>
              <a:ext uri="{FF2B5EF4-FFF2-40B4-BE49-F238E27FC236}">
                <a16:creationId xmlns:a16="http://schemas.microsoft.com/office/drawing/2014/main" id="{97BA3DAE-EF9F-CEF9-9477-4C2A0553FF66}"/>
              </a:ext>
            </a:extLst>
          </p:cNvPr>
          <p:cNvSpPr>
            <a:spLocks noGrp="1"/>
          </p:cNvSpPr>
          <p:nvPr>
            <p:ph sz="half" idx="1"/>
          </p:nvPr>
        </p:nvSpPr>
        <p:spPr>
          <a:xfrm>
            <a:off x="838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SE"/>
          </a:p>
        </p:txBody>
      </p:sp>
      <p:sp>
        <p:nvSpPr>
          <p:cNvPr id="4" name="Platshållare för innehåll 3">
            <a:extLst>
              <a:ext uri="{FF2B5EF4-FFF2-40B4-BE49-F238E27FC236}">
                <a16:creationId xmlns:a16="http://schemas.microsoft.com/office/drawing/2014/main" id="{00BA72A3-A2B3-F3D5-00F6-031BC506B0C7}"/>
              </a:ext>
            </a:extLst>
          </p:cNvPr>
          <p:cNvSpPr>
            <a:spLocks noGrp="1"/>
          </p:cNvSpPr>
          <p:nvPr>
            <p:ph sz="half" idx="2"/>
          </p:nvPr>
        </p:nvSpPr>
        <p:spPr>
          <a:xfrm>
            <a:off x="6172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SE"/>
          </a:p>
        </p:txBody>
      </p:sp>
      <p:sp>
        <p:nvSpPr>
          <p:cNvPr id="5" name="Platshållare för datum 4">
            <a:extLst>
              <a:ext uri="{FF2B5EF4-FFF2-40B4-BE49-F238E27FC236}">
                <a16:creationId xmlns:a16="http://schemas.microsoft.com/office/drawing/2014/main" id="{1A0030DF-DB66-5A83-C2B3-905E2E2E7AD0}"/>
              </a:ext>
            </a:extLst>
          </p:cNvPr>
          <p:cNvSpPr>
            <a:spLocks noGrp="1"/>
          </p:cNvSpPr>
          <p:nvPr>
            <p:ph type="dt" sz="half" idx="10"/>
          </p:nvPr>
        </p:nvSpPr>
        <p:spPr/>
        <p:txBody>
          <a:bodyPr/>
          <a:lstStyle/>
          <a:p>
            <a:fld id="{AE3CCB1C-ACF7-4B10-AE38-944E2E7119DC}" type="datetimeFigureOut">
              <a:rPr lang="en-SE" smtClean="0"/>
              <a:t>2026-04-19</a:t>
            </a:fld>
            <a:endParaRPr lang="en-SE"/>
          </a:p>
        </p:txBody>
      </p:sp>
      <p:sp>
        <p:nvSpPr>
          <p:cNvPr id="6" name="Platshållare för sidfot 5">
            <a:extLst>
              <a:ext uri="{FF2B5EF4-FFF2-40B4-BE49-F238E27FC236}">
                <a16:creationId xmlns:a16="http://schemas.microsoft.com/office/drawing/2014/main" id="{06B48B02-6CCE-D713-E84C-C131BE00AE6C}"/>
              </a:ext>
            </a:extLst>
          </p:cNvPr>
          <p:cNvSpPr>
            <a:spLocks noGrp="1"/>
          </p:cNvSpPr>
          <p:nvPr>
            <p:ph type="ftr" sz="quarter" idx="11"/>
          </p:nvPr>
        </p:nvSpPr>
        <p:spPr/>
        <p:txBody>
          <a:bodyPr/>
          <a:lstStyle/>
          <a:p>
            <a:endParaRPr lang="en-SE"/>
          </a:p>
        </p:txBody>
      </p:sp>
      <p:sp>
        <p:nvSpPr>
          <p:cNvPr id="7" name="Platshållare för bildnummer 6">
            <a:extLst>
              <a:ext uri="{FF2B5EF4-FFF2-40B4-BE49-F238E27FC236}">
                <a16:creationId xmlns:a16="http://schemas.microsoft.com/office/drawing/2014/main" id="{FFF00A9A-B98B-B87A-65A9-1982AFF71841}"/>
              </a:ext>
            </a:extLst>
          </p:cNvPr>
          <p:cNvSpPr>
            <a:spLocks noGrp="1"/>
          </p:cNvSpPr>
          <p:nvPr>
            <p:ph type="sldNum" sz="quarter" idx="12"/>
          </p:nvPr>
        </p:nvSpPr>
        <p:spPr/>
        <p:txBody>
          <a:bodyPr/>
          <a:lstStyle/>
          <a:p>
            <a:fld id="{5AFE534B-6975-4B42-BA33-447C452210DD}" type="slidenum">
              <a:rPr lang="en-SE" smtClean="0"/>
              <a:t>‹#›</a:t>
            </a:fld>
            <a:endParaRPr lang="en-SE"/>
          </a:p>
        </p:txBody>
      </p:sp>
    </p:spTree>
    <p:extLst>
      <p:ext uri="{BB962C8B-B14F-4D97-AF65-F5344CB8AC3E}">
        <p14:creationId xmlns:p14="http://schemas.microsoft.com/office/powerpoint/2010/main" val="1312915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4B0ADCFD-4490-2826-42A6-E8E407B7D423}"/>
              </a:ext>
            </a:extLst>
          </p:cNvPr>
          <p:cNvSpPr>
            <a:spLocks noGrp="1"/>
          </p:cNvSpPr>
          <p:nvPr>
            <p:ph type="title"/>
          </p:nvPr>
        </p:nvSpPr>
        <p:spPr>
          <a:xfrm>
            <a:off x="839788" y="365125"/>
            <a:ext cx="10515600" cy="1325563"/>
          </a:xfrm>
        </p:spPr>
        <p:txBody>
          <a:bodyPr/>
          <a:lstStyle/>
          <a:p>
            <a:r>
              <a:rPr lang="sv-SE"/>
              <a:t>Klicka här för att ändra mall för rubrikformat</a:t>
            </a:r>
            <a:endParaRPr lang="en-SE"/>
          </a:p>
        </p:txBody>
      </p:sp>
      <p:sp>
        <p:nvSpPr>
          <p:cNvPr id="3" name="Platshållare för text 2">
            <a:extLst>
              <a:ext uri="{FF2B5EF4-FFF2-40B4-BE49-F238E27FC236}">
                <a16:creationId xmlns:a16="http://schemas.microsoft.com/office/drawing/2014/main" id="{E5C0FF99-34E1-DEDE-8C2E-2B59122C22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Platshållare för innehåll 3">
            <a:extLst>
              <a:ext uri="{FF2B5EF4-FFF2-40B4-BE49-F238E27FC236}">
                <a16:creationId xmlns:a16="http://schemas.microsoft.com/office/drawing/2014/main" id="{E618FC1D-CA33-1473-402F-0F22BEB8831A}"/>
              </a:ext>
            </a:extLst>
          </p:cNvPr>
          <p:cNvSpPr>
            <a:spLocks noGrp="1"/>
          </p:cNvSpPr>
          <p:nvPr>
            <p:ph sz="half" idx="2"/>
          </p:nvPr>
        </p:nvSpPr>
        <p:spPr>
          <a:xfrm>
            <a:off x="839788" y="2505075"/>
            <a:ext cx="5157787"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SE"/>
          </a:p>
        </p:txBody>
      </p:sp>
      <p:sp>
        <p:nvSpPr>
          <p:cNvPr id="5" name="Platshållare för text 4">
            <a:extLst>
              <a:ext uri="{FF2B5EF4-FFF2-40B4-BE49-F238E27FC236}">
                <a16:creationId xmlns:a16="http://schemas.microsoft.com/office/drawing/2014/main" id="{D5C837AC-2710-330A-4CCD-3484A8C026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Platshållare för innehåll 5">
            <a:extLst>
              <a:ext uri="{FF2B5EF4-FFF2-40B4-BE49-F238E27FC236}">
                <a16:creationId xmlns:a16="http://schemas.microsoft.com/office/drawing/2014/main" id="{4D24077D-8B7E-8E2B-44D9-39DDEBEAC782}"/>
              </a:ext>
            </a:extLst>
          </p:cNvPr>
          <p:cNvSpPr>
            <a:spLocks noGrp="1"/>
          </p:cNvSpPr>
          <p:nvPr>
            <p:ph sz="quarter" idx="4"/>
          </p:nvPr>
        </p:nvSpPr>
        <p:spPr>
          <a:xfrm>
            <a:off x="6172200" y="2505075"/>
            <a:ext cx="5183188"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SE"/>
          </a:p>
        </p:txBody>
      </p:sp>
      <p:sp>
        <p:nvSpPr>
          <p:cNvPr id="7" name="Platshållare för datum 6">
            <a:extLst>
              <a:ext uri="{FF2B5EF4-FFF2-40B4-BE49-F238E27FC236}">
                <a16:creationId xmlns:a16="http://schemas.microsoft.com/office/drawing/2014/main" id="{EF41FEBE-B6D0-E6F2-D790-5996307CA242}"/>
              </a:ext>
            </a:extLst>
          </p:cNvPr>
          <p:cNvSpPr>
            <a:spLocks noGrp="1"/>
          </p:cNvSpPr>
          <p:nvPr>
            <p:ph type="dt" sz="half" idx="10"/>
          </p:nvPr>
        </p:nvSpPr>
        <p:spPr/>
        <p:txBody>
          <a:bodyPr/>
          <a:lstStyle/>
          <a:p>
            <a:fld id="{AE3CCB1C-ACF7-4B10-AE38-944E2E7119DC}" type="datetimeFigureOut">
              <a:rPr lang="en-SE" smtClean="0"/>
              <a:t>2026-04-19</a:t>
            </a:fld>
            <a:endParaRPr lang="en-SE"/>
          </a:p>
        </p:txBody>
      </p:sp>
      <p:sp>
        <p:nvSpPr>
          <p:cNvPr id="8" name="Platshållare för sidfot 7">
            <a:extLst>
              <a:ext uri="{FF2B5EF4-FFF2-40B4-BE49-F238E27FC236}">
                <a16:creationId xmlns:a16="http://schemas.microsoft.com/office/drawing/2014/main" id="{EA06F675-1122-99B8-107D-4E18F4AB3D8E}"/>
              </a:ext>
            </a:extLst>
          </p:cNvPr>
          <p:cNvSpPr>
            <a:spLocks noGrp="1"/>
          </p:cNvSpPr>
          <p:nvPr>
            <p:ph type="ftr" sz="quarter" idx="11"/>
          </p:nvPr>
        </p:nvSpPr>
        <p:spPr/>
        <p:txBody>
          <a:bodyPr/>
          <a:lstStyle/>
          <a:p>
            <a:endParaRPr lang="en-SE"/>
          </a:p>
        </p:txBody>
      </p:sp>
      <p:sp>
        <p:nvSpPr>
          <p:cNvPr id="9" name="Platshållare för bildnummer 8">
            <a:extLst>
              <a:ext uri="{FF2B5EF4-FFF2-40B4-BE49-F238E27FC236}">
                <a16:creationId xmlns:a16="http://schemas.microsoft.com/office/drawing/2014/main" id="{26D159F7-12B0-EB2B-A980-9D76F8ACE3D7}"/>
              </a:ext>
            </a:extLst>
          </p:cNvPr>
          <p:cNvSpPr>
            <a:spLocks noGrp="1"/>
          </p:cNvSpPr>
          <p:nvPr>
            <p:ph type="sldNum" sz="quarter" idx="12"/>
          </p:nvPr>
        </p:nvSpPr>
        <p:spPr/>
        <p:txBody>
          <a:bodyPr/>
          <a:lstStyle/>
          <a:p>
            <a:fld id="{5AFE534B-6975-4B42-BA33-447C452210DD}" type="slidenum">
              <a:rPr lang="en-SE" smtClean="0"/>
              <a:t>‹#›</a:t>
            </a:fld>
            <a:endParaRPr lang="en-SE"/>
          </a:p>
        </p:txBody>
      </p:sp>
    </p:spTree>
    <p:extLst>
      <p:ext uri="{BB962C8B-B14F-4D97-AF65-F5344CB8AC3E}">
        <p14:creationId xmlns:p14="http://schemas.microsoft.com/office/powerpoint/2010/main" val="11376490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874A398-3C71-F958-495B-44E53F71BA90}"/>
              </a:ext>
            </a:extLst>
          </p:cNvPr>
          <p:cNvSpPr>
            <a:spLocks noGrp="1"/>
          </p:cNvSpPr>
          <p:nvPr>
            <p:ph type="title"/>
          </p:nvPr>
        </p:nvSpPr>
        <p:spPr/>
        <p:txBody>
          <a:bodyPr/>
          <a:lstStyle/>
          <a:p>
            <a:r>
              <a:rPr lang="sv-SE"/>
              <a:t>Klicka här för att ändra mall för rubrikformat</a:t>
            </a:r>
            <a:endParaRPr lang="en-SE"/>
          </a:p>
        </p:txBody>
      </p:sp>
      <p:sp>
        <p:nvSpPr>
          <p:cNvPr id="3" name="Platshållare för datum 2">
            <a:extLst>
              <a:ext uri="{FF2B5EF4-FFF2-40B4-BE49-F238E27FC236}">
                <a16:creationId xmlns:a16="http://schemas.microsoft.com/office/drawing/2014/main" id="{829F754F-B5CC-CE25-E506-9EC0D9DF716E}"/>
              </a:ext>
            </a:extLst>
          </p:cNvPr>
          <p:cNvSpPr>
            <a:spLocks noGrp="1"/>
          </p:cNvSpPr>
          <p:nvPr>
            <p:ph type="dt" sz="half" idx="10"/>
          </p:nvPr>
        </p:nvSpPr>
        <p:spPr/>
        <p:txBody>
          <a:bodyPr/>
          <a:lstStyle/>
          <a:p>
            <a:fld id="{AE3CCB1C-ACF7-4B10-AE38-944E2E7119DC}" type="datetimeFigureOut">
              <a:rPr lang="en-SE" smtClean="0"/>
              <a:t>2026-04-19</a:t>
            </a:fld>
            <a:endParaRPr lang="en-SE"/>
          </a:p>
        </p:txBody>
      </p:sp>
      <p:sp>
        <p:nvSpPr>
          <p:cNvPr id="4" name="Platshållare för sidfot 3">
            <a:extLst>
              <a:ext uri="{FF2B5EF4-FFF2-40B4-BE49-F238E27FC236}">
                <a16:creationId xmlns:a16="http://schemas.microsoft.com/office/drawing/2014/main" id="{75F8C3A9-0D21-E990-D048-9C63A57FA511}"/>
              </a:ext>
            </a:extLst>
          </p:cNvPr>
          <p:cNvSpPr>
            <a:spLocks noGrp="1"/>
          </p:cNvSpPr>
          <p:nvPr>
            <p:ph type="ftr" sz="quarter" idx="11"/>
          </p:nvPr>
        </p:nvSpPr>
        <p:spPr/>
        <p:txBody>
          <a:bodyPr/>
          <a:lstStyle/>
          <a:p>
            <a:endParaRPr lang="en-SE"/>
          </a:p>
        </p:txBody>
      </p:sp>
      <p:sp>
        <p:nvSpPr>
          <p:cNvPr id="5" name="Platshållare för bildnummer 4">
            <a:extLst>
              <a:ext uri="{FF2B5EF4-FFF2-40B4-BE49-F238E27FC236}">
                <a16:creationId xmlns:a16="http://schemas.microsoft.com/office/drawing/2014/main" id="{85417EAD-E63E-393D-709E-105B794F2B16}"/>
              </a:ext>
            </a:extLst>
          </p:cNvPr>
          <p:cNvSpPr>
            <a:spLocks noGrp="1"/>
          </p:cNvSpPr>
          <p:nvPr>
            <p:ph type="sldNum" sz="quarter" idx="12"/>
          </p:nvPr>
        </p:nvSpPr>
        <p:spPr/>
        <p:txBody>
          <a:bodyPr/>
          <a:lstStyle/>
          <a:p>
            <a:fld id="{5AFE534B-6975-4B42-BA33-447C452210DD}" type="slidenum">
              <a:rPr lang="en-SE" smtClean="0"/>
              <a:t>‹#›</a:t>
            </a:fld>
            <a:endParaRPr lang="en-SE"/>
          </a:p>
        </p:txBody>
      </p:sp>
    </p:spTree>
    <p:extLst>
      <p:ext uri="{BB962C8B-B14F-4D97-AF65-F5344CB8AC3E}">
        <p14:creationId xmlns:p14="http://schemas.microsoft.com/office/powerpoint/2010/main" val="17895751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3D7BBE8A-3C8A-FBC4-EE47-B75FE7E3BD9D}"/>
              </a:ext>
            </a:extLst>
          </p:cNvPr>
          <p:cNvSpPr>
            <a:spLocks noGrp="1"/>
          </p:cNvSpPr>
          <p:nvPr>
            <p:ph type="dt" sz="half" idx="10"/>
          </p:nvPr>
        </p:nvSpPr>
        <p:spPr/>
        <p:txBody>
          <a:bodyPr/>
          <a:lstStyle/>
          <a:p>
            <a:fld id="{AE3CCB1C-ACF7-4B10-AE38-944E2E7119DC}" type="datetimeFigureOut">
              <a:rPr lang="en-SE" smtClean="0"/>
              <a:t>2026-04-19</a:t>
            </a:fld>
            <a:endParaRPr lang="en-SE"/>
          </a:p>
        </p:txBody>
      </p:sp>
      <p:sp>
        <p:nvSpPr>
          <p:cNvPr id="3" name="Platshållare för sidfot 2">
            <a:extLst>
              <a:ext uri="{FF2B5EF4-FFF2-40B4-BE49-F238E27FC236}">
                <a16:creationId xmlns:a16="http://schemas.microsoft.com/office/drawing/2014/main" id="{31791F6A-008E-9097-A4AD-42884CC8DB23}"/>
              </a:ext>
            </a:extLst>
          </p:cNvPr>
          <p:cNvSpPr>
            <a:spLocks noGrp="1"/>
          </p:cNvSpPr>
          <p:nvPr>
            <p:ph type="ftr" sz="quarter" idx="11"/>
          </p:nvPr>
        </p:nvSpPr>
        <p:spPr/>
        <p:txBody>
          <a:bodyPr/>
          <a:lstStyle/>
          <a:p>
            <a:endParaRPr lang="en-SE"/>
          </a:p>
        </p:txBody>
      </p:sp>
      <p:sp>
        <p:nvSpPr>
          <p:cNvPr id="4" name="Platshållare för bildnummer 3">
            <a:extLst>
              <a:ext uri="{FF2B5EF4-FFF2-40B4-BE49-F238E27FC236}">
                <a16:creationId xmlns:a16="http://schemas.microsoft.com/office/drawing/2014/main" id="{F133B5E3-2768-1D18-D226-CD086FAD4528}"/>
              </a:ext>
            </a:extLst>
          </p:cNvPr>
          <p:cNvSpPr>
            <a:spLocks noGrp="1"/>
          </p:cNvSpPr>
          <p:nvPr>
            <p:ph type="sldNum" sz="quarter" idx="12"/>
          </p:nvPr>
        </p:nvSpPr>
        <p:spPr/>
        <p:txBody>
          <a:bodyPr/>
          <a:lstStyle/>
          <a:p>
            <a:fld id="{5AFE534B-6975-4B42-BA33-447C452210DD}" type="slidenum">
              <a:rPr lang="en-SE" smtClean="0"/>
              <a:t>‹#›</a:t>
            </a:fld>
            <a:endParaRPr lang="en-SE"/>
          </a:p>
        </p:txBody>
      </p:sp>
    </p:spTree>
    <p:extLst>
      <p:ext uri="{BB962C8B-B14F-4D97-AF65-F5344CB8AC3E}">
        <p14:creationId xmlns:p14="http://schemas.microsoft.com/office/powerpoint/2010/main" val="2346534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ext med bild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B8BB4C43-1030-2F20-3D43-1A4ADFBF9318}"/>
              </a:ext>
            </a:extLst>
          </p:cNvPr>
          <p:cNvSpPr>
            <a:spLocks noGrp="1"/>
          </p:cNvSpPr>
          <p:nvPr>
            <p:ph type="title"/>
          </p:nvPr>
        </p:nvSpPr>
        <p:spPr>
          <a:xfrm>
            <a:off x="839788" y="457200"/>
            <a:ext cx="3932237" cy="1600200"/>
          </a:xfrm>
        </p:spPr>
        <p:txBody>
          <a:bodyPr anchor="b"/>
          <a:lstStyle>
            <a:lvl1pPr>
              <a:defRPr sz="3200"/>
            </a:lvl1pPr>
          </a:lstStyle>
          <a:p>
            <a:r>
              <a:rPr lang="sv-SE"/>
              <a:t>Klicka här för att ändra mall för rubrikformat</a:t>
            </a:r>
            <a:endParaRPr lang="en-SE"/>
          </a:p>
        </p:txBody>
      </p:sp>
      <p:sp>
        <p:nvSpPr>
          <p:cNvPr id="3" name="Platshållare för innehåll 2">
            <a:extLst>
              <a:ext uri="{FF2B5EF4-FFF2-40B4-BE49-F238E27FC236}">
                <a16:creationId xmlns:a16="http://schemas.microsoft.com/office/drawing/2014/main" id="{52BA8060-2595-74F6-93C7-1C428B220F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SE"/>
          </a:p>
        </p:txBody>
      </p:sp>
      <p:sp>
        <p:nvSpPr>
          <p:cNvPr id="4" name="Platshållare för text 3">
            <a:extLst>
              <a:ext uri="{FF2B5EF4-FFF2-40B4-BE49-F238E27FC236}">
                <a16:creationId xmlns:a16="http://schemas.microsoft.com/office/drawing/2014/main" id="{31AADD68-1935-25CF-CC38-F82A5B4769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a:extLst>
              <a:ext uri="{FF2B5EF4-FFF2-40B4-BE49-F238E27FC236}">
                <a16:creationId xmlns:a16="http://schemas.microsoft.com/office/drawing/2014/main" id="{CD407978-06C4-3ED6-D679-14DB2F9F29E0}"/>
              </a:ext>
            </a:extLst>
          </p:cNvPr>
          <p:cNvSpPr>
            <a:spLocks noGrp="1"/>
          </p:cNvSpPr>
          <p:nvPr>
            <p:ph type="dt" sz="half" idx="10"/>
          </p:nvPr>
        </p:nvSpPr>
        <p:spPr/>
        <p:txBody>
          <a:bodyPr/>
          <a:lstStyle/>
          <a:p>
            <a:fld id="{AE3CCB1C-ACF7-4B10-AE38-944E2E7119DC}" type="datetimeFigureOut">
              <a:rPr lang="en-SE" smtClean="0"/>
              <a:t>2026-04-19</a:t>
            </a:fld>
            <a:endParaRPr lang="en-SE"/>
          </a:p>
        </p:txBody>
      </p:sp>
      <p:sp>
        <p:nvSpPr>
          <p:cNvPr id="6" name="Platshållare för sidfot 5">
            <a:extLst>
              <a:ext uri="{FF2B5EF4-FFF2-40B4-BE49-F238E27FC236}">
                <a16:creationId xmlns:a16="http://schemas.microsoft.com/office/drawing/2014/main" id="{D6718859-A242-0281-9062-5ABCA84CB4BA}"/>
              </a:ext>
            </a:extLst>
          </p:cNvPr>
          <p:cNvSpPr>
            <a:spLocks noGrp="1"/>
          </p:cNvSpPr>
          <p:nvPr>
            <p:ph type="ftr" sz="quarter" idx="11"/>
          </p:nvPr>
        </p:nvSpPr>
        <p:spPr/>
        <p:txBody>
          <a:bodyPr/>
          <a:lstStyle/>
          <a:p>
            <a:endParaRPr lang="en-SE"/>
          </a:p>
        </p:txBody>
      </p:sp>
      <p:sp>
        <p:nvSpPr>
          <p:cNvPr id="7" name="Platshållare för bildnummer 6">
            <a:extLst>
              <a:ext uri="{FF2B5EF4-FFF2-40B4-BE49-F238E27FC236}">
                <a16:creationId xmlns:a16="http://schemas.microsoft.com/office/drawing/2014/main" id="{F700C2CB-0CE0-6D8A-6961-79279270C0D6}"/>
              </a:ext>
            </a:extLst>
          </p:cNvPr>
          <p:cNvSpPr>
            <a:spLocks noGrp="1"/>
          </p:cNvSpPr>
          <p:nvPr>
            <p:ph type="sldNum" sz="quarter" idx="12"/>
          </p:nvPr>
        </p:nvSpPr>
        <p:spPr/>
        <p:txBody>
          <a:bodyPr/>
          <a:lstStyle/>
          <a:p>
            <a:fld id="{5AFE534B-6975-4B42-BA33-447C452210DD}" type="slidenum">
              <a:rPr lang="en-SE" smtClean="0"/>
              <a:t>‹#›</a:t>
            </a:fld>
            <a:endParaRPr lang="en-SE"/>
          </a:p>
        </p:txBody>
      </p:sp>
    </p:spTree>
    <p:extLst>
      <p:ext uri="{BB962C8B-B14F-4D97-AF65-F5344CB8AC3E}">
        <p14:creationId xmlns:p14="http://schemas.microsoft.com/office/powerpoint/2010/main" val="2554441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4D1FD29C-EC73-5503-CEA0-62F1EB596514}"/>
              </a:ext>
            </a:extLst>
          </p:cNvPr>
          <p:cNvSpPr>
            <a:spLocks noGrp="1"/>
          </p:cNvSpPr>
          <p:nvPr>
            <p:ph type="title"/>
          </p:nvPr>
        </p:nvSpPr>
        <p:spPr>
          <a:xfrm>
            <a:off x="839788" y="457200"/>
            <a:ext cx="3932237" cy="1600200"/>
          </a:xfrm>
        </p:spPr>
        <p:txBody>
          <a:bodyPr anchor="b"/>
          <a:lstStyle>
            <a:lvl1pPr>
              <a:defRPr sz="3200"/>
            </a:lvl1pPr>
          </a:lstStyle>
          <a:p>
            <a:r>
              <a:rPr lang="sv-SE"/>
              <a:t>Klicka här för att ändra mall för rubrikformat</a:t>
            </a:r>
            <a:endParaRPr lang="en-SE"/>
          </a:p>
        </p:txBody>
      </p:sp>
      <p:sp>
        <p:nvSpPr>
          <p:cNvPr id="3" name="Platshållare för bild 2">
            <a:extLst>
              <a:ext uri="{FF2B5EF4-FFF2-40B4-BE49-F238E27FC236}">
                <a16:creationId xmlns:a16="http://schemas.microsoft.com/office/drawing/2014/main" id="{36BB2FA3-BB8E-D2DD-48E9-84DD826787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E"/>
          </a:p>
        </p:txBody>
      </p:sp>
      <p:sp>
        <p:nvSpPr>
          <p:cNvPr id="4" name="Platshållare för text 3">
            <a:extLst>
              <a:ext uri="{FF2B5EF4-FFF2-40B4-BE49-F238E27FC236}">
                <a16:creationId xmlns:a16="http://schemas.microsoft.com/office/drawing/2014/main" id="{F328D2A5-A052-ED24-848C-CB2D8F50DD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a:extLst>
              <a:ext uri="{FF2B5EF4-FFF2-40B4-BE49-F238E27FC236}">
                <a16:creationId xmlns:a16="http://schemas.microsoft.com/office/drawing/2014/main" id="{36C185E2-5F75-B1E6-6F6F-3C37BA46524A}"/>
              </a:ext>
            </a:extLst>
          </p:cNvPr>
          <p:cNvSpPr>
            <a:spLocks noGrp="1"/>
          </p:cNvSpPr>
          <p:nvPr>
            <p:ph type="dt" sz="half" idx="10"/>
          </p:nvPr>
        </p:nvSpPr>
        <p:spPr/>
        <p:txBody>
          <a:bodyPr/>
          <a:lstStyle/>
          <a:p>
            <a:fld id="{AE3CCB1C-ACF7-4B10-AE38-944E2E7119DC}" type="datetimeFigureOut">
              <a:rPr lang="en-SE" smtClean="0"/>
              <a:t>2026-04-19</a:t>
            </a:fld>
            <a:endParaRPr lang="en-SE"/>
          </a:p>
        </p:txBody>
      </p:sp>
      <p:sp>
        <p:nvSpPr>
          <p:cNvPr id="6" name="Platshållare för sidfot 5">
            <a:extLst>
              <a:ext uri="{FF2B5EF4-FFF2-40B4-BE49-F238E27FC236}">
                <a16:creationId xmlns:a16="http://schemas.microsoft.com/office/drawing/2014/main" id="{1DAE074B-1891-60FA-67E1-2EA2C1BD5E02}"/>
              </a:ext>
            </a:extLst>
          </p:cNvPr>
          <p:cNvSpPr>
            <a:spLocks noGrp="1"/>
          </p:cNvSpPr>
          <p:nvPr>
            <p:ph type="ftr" sz="quarter" idx="11"/>
          </p:nvPr>
        </p:nvSpPr>
        <p:spPr/>
        <p:txBody>
          <a:bodyPr/>
          <a:lstStyle/>
          <a:p>
            <a:endParaRPr lang="en-SE"/>
          </a:p>
        </p:txBody>
      </p:sp>
      <p:sp>
        <p:nvSpPr>
          <p:cNvPr id="7" name="Platshållare för bildnummer 6">
            <a:extLst>
              <a:ext uri="{FF2B5EF4-FFF2-40B4-BE49-F238E27FC236}">
                <a16:creationId xmlns:a16="http://schemas.microsoft.com/office/drawing/2014/main" id="{C18E0313-8104-13D6-D845-30A9B5BFAEFC}"/>
              </a:ext>
            </a:extLst>
          </p:cNvPr>
          <p:cNvSpPr>
            <a:spLocks noGrp="1"/>
          </p:cNvSpPr>
          <p:nvPr>
            <p:ph type="sldNum" sz="quarter" idx="12"/>
          </p:nvPr>
        </p:nvSpPr>
        <p:spPr/>
        <p:txBody>
          <a:bodyPr/>
          <a:lstStyle/>
          <a:p>
            <a:fld id="{5AFE534B-6975-4B42-BA33-447C452210DD}" type="slidenum">
              <a:rPr lang="en-SE" smtClean="0"/>
              <a:t>‹#›</a:t>
            </a:fld>
            <a:endParaRPr lang="en-SE"/>
          </a:p>
        </p:txBody>
      </p:sp>
    </p:spTree>
    <p:extLst>
      <p:ext uri="{BB962C8B-B14F-4D97-AF65-F5344CB8AC3E}">
        <p14:creationId xmlns:p14="http://schemas.microsoft.com/office/powerpoint/2010/main" val="21337345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1D34598C-14CA-1853-2832-EE9487A28D71}"/>
              </a:ext>
            </a:extLst>
          </p:cNvPr>
          <p:cNvSpPr>
            <a:spLocks noGrp="1"/>
          </p:cNvSpPr>
          <p:nvPr>
            <p:ph type="title"/>
          </p:nvPr>
        </p:nvSpPr>
        <p:spPr/>
        <p:txBody>
          <a:bodyPr/>
          <a:lstStyle/>
          <a:p>
            <a:r>
              <a:rPr lang="sv-SE"/>
              <a:t>Klicka här för att ändra mall för rubrikformat</a:t>
            </a:r>
            <a:endParaRPr lang="en-SE"/>
          </a:p>
        </p:txBody>
      </p:sp>
      <p:sp>
        <p:nvSpPr>
          <p:cNvPr id="3" name="Platshållare för lodrät text 2">
            <a:extLst>
              <a:ext uri="{FF2B5EF4-FFF2-40B4-BE49-F238E27FC236}">
                <a16:creationId xmlns:a16="http://schemas.microsoft.com/office/drawing/2014/main" id="{FD442323-0E45-417C-BF92-EC5051853731}"/>
              </a:ext>
            </a:extLst>
          </p:cNvPr>
          <p:cNvSpPr>
            <a:spLocks noGrp="1"/>
          </p:cNvSpPr>
          <p:nvPr>
            <p:ph type="body" orient="vert" idx="1"/>
          </p:nvPr>
        </p:nvSpPr>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SE"/>
          </a:p>
        </p:txBody>
      </p:sp>
      <p:sp>
        <p:nvSpPr>
          <p:cNvPr id="4" name="Platshållare för datum 3">
            <a:extLst>
              <a:ext uri="{FF2B5EF4-FFF2-40B4-BE49-F238E27FC236}">
                <a16:creationId xmlns:a16="http://schemas.microsoft.com/office/drawing/2014/main" id="{04234107-B3D0-0A89-8125-AD7350270111}"/>
              </a:ext>
            </a:extLst>
          </p:cNvPr>
          <p:cNvSpPr>
            <a:spLocks noGrp="1"/>
          </p:cNvSpPr>
          <p:nvPr>
            <p:ph type="dt" sz="half" idx="10"/>
          </p:nvPr>
        </p:nvSpPr>
        <p:spPr/>
        <p:txBody>
          <a:bodyPr/>
          <a:lstStyle/>
          <a:p>
            <a:fld id="{AE3CCB1C-ACF7-4B10-AE38-944E2E7119DC}" type="datetimeFigureOut">
              <a:rPr lang="en-SE" smtClean="0"/>
              <a:t>2026-04-19</a:t>
            </a:fld>
            <a:endParaRPr lang="en-SE"/>
          </a:p>
        </p:txBody>
      </p:sp>
      <p:sp>
        <p:nvSpPr>
          <p:cNvPr id="5" name="Platshållare för sidfot 4">
            <a:extLst>
              <a:ext uri="{FF2B5EF4-FFF2-40B4-BE49-F238E27FC236}">
                <a16:creationId xmlns:a16="http://schemas.microsoft.com/office/drawing/2014/main" id="{3AF2CDCB-772F-6986-C403-D96EE8C69776}"/>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559958A1-0F8B-8A99-3382-D4DFC2A54F8E}"/>
              </a:ext>
            </a:extLst>
          </p:cNvPr>
          <p:cNvSpPr>
            <a:spLocks noGrp="1"/>
          </p:cNvSpPr>
          <p:nvPr>
            <p:ph type="sldNum" sz="quarter" idx="12"/>
          </p:nvPr>
        </p:nvSpPr>
        <p:spPr/>
        <p:txBody>
          <a:bodyPr/>
          <a:lstStyle/>
          <a:p>
            <a:fld id="{5AFE534B-6975-4B42-BA33-447C452210DD}" type="slidenum">
              <a:rPr lang="en-SE" smtClean="0"/>
              <a:t>‹#›</a:t>
            </a:fld>
            <a:endParaRPr lang="en-SE"/>
          </a:p>
        </p:txBody>
      </p:sp>
    </p:spTree>
    <p:extLst>
      <p:ext uri="{BB962C8B-B14F-4D97-AF65-F5344CB8AC3E}">
        <p14:creationId xmlns:p14="http://schemas.microsoft.com/office/powerpoint/2010/main" val="1928570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a:extLst>
              <a:ext uri="{FF2B5EF4-FFF2-40B4-BE49-F238E27FC236}">
                <a16:creationId xmlns:a16="http://schemas.microsoft.com/office/drawing/2014/main" id="{84644361-CF77-33E3-1FD3-BAE7896066C1}"/>
              </a:ext>
            </a:extLst>
          </p:cNvPr>
          <p:cNvSpPr>
            <a:spLocks noGrp="1"/>
          </p:cNvSpPr>
          <p:nvPr>
            <p:ph type="title" orient="vert"/>
          </p:nvPr>
        </p:nvSpPr>
        <p:spPr>
          <a:xfrm>
            <a:off x="8724900" y="365125"/>
            <a:ext cx="2628900" cy="5811838"/>
          </a:xfrm>
        </p:spPr>
        <p:txBody>
          <a:bodyPr vert="eaVert"/>
          <a:lstStyle/>
          <a:p>
            <a:r>
              <a:rPr lang="sv-SE"/>
              <a:t>Klicka här för att ändra mall för rubrikformat</a:t>
            </a:r>
            <a:endParaRPr lang="en-SE"/>
          </a:p>
        </p:txBody>
      </p:sp>
      <p:sp>
        <p:nvSpPr>
          <p:cNvPr id="3" name="Platshållare för lodrät text 2">
            <a:extLst>
              <a:ext uri="{FF2B5EF4-FFF2-40B4-BE49-F238E27FC236}">
                <a16:creationId xmlns:a16="http://schemas.microsoft.com/office/drawing/2014/main" id="{3E3B8ED8-1444-0B1A-8A01-C97E49BC5544}"/>
              </a:ext>
            </a:extLst>
          </p:cNvPr>
          <p:cNvSpPr>
            <a:spLocks noGrp="1"/>
          </p:cNvSpPr>
          <p:nvPr>
            <p:ph type="body" orient="vert" idx="1"/>
          </p:nvPr>
        </p:nvSpPr>
        <p:spPr>
          <a:xfrm>
            <a:off x="838200" y="365125"/>
            <a:ext cx="7734300" cy="5811838"/>
          </a:xfrm>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SE"/>
          </a:p>
        </p:txBody>
      </p:sp>
      <p:sp>
        <p:nvSpPr>
          <p:cNvPr id="4" name="Platshållare för datum 3">
            <a:extLst>
              <a:ext uri="{FF2B5EF4-FFF2-40B4-BE49-F238E27FC236}">
                <a16:creationId xmlns:a16="http://schemas.microsoft.com/office/drawing/2014/main" id="{44D0F6E6-88C3-1237-5779-49D167C16903}"/>
              </a:ext>
            </a:extLst>
          </p:cNvPr>
          <p:cNvSpPr>
            <a:spLocks noGrp="1"/>
          </p:cNvSpPr>
          <p:nvPr>
            <p:ph type="dt" sz="half" idx="10"/>
          </p:nvPr>
        </p:nvSpPr>
        <p:spPr/>
        <p:txBody>
          <a:bodyPr/>
          <a:lstStyle/>
          <a:p>
            <a:fld id="{AE3CCB1C-ACF7-4B10-AE38-944E2E7119DC}" type="datetimeFigureOut">
              <a:rPr lang="en-SE" smtClean="0"/>
              <a:t>2026-04-19</a:t>
            </a:fld>
            <a:endParaRPr lang="en-SE"/>
          </a:p>
        </p:txBody>
      </p:sp>
      <p:sp>
        <p:nvSpPr>
          <p:cNvPr id="5" name="Platshållare för sidfot 4">
            <a:extLst>
              <a:ext uri="{FF2B5EF4-FFF2-40B4-BE49-F238E27FC236}">
                <a16:creationId xmlns:a16="http://schemas.microsoft.com/office/drawing/2014/main" id="{2EA1105D-2343-E1A8-9C69-762F150A6B85}"/>
              </a:ext>
            </a:extLst>
          </p:cNvPr>
          <p:cNvSpPr>
            <a:spLocks noGrp="1"/>
          </p:cNvSpPr>
          <p:nvPr>
            <p:ph type="ftr" sz="quarter" idx="11"/>
          </p:nvPr>
        </p:nvSpPr>
        <p:spPr/>
        <p:txBody>
          <a:bodyPr/>
          <a:lstStyle/>
          <a:p>
            <a:endParaRPr lang="en-SE"/>
          </a:p>
        </p:txBody>
      </p:sp>
      <p:sp>
        <p:nvSpPr>
          <p:cNvPr id="6" name="Platshållare för bildnummer 5">
            <a:extLst>
              <a:ext uri="{FF2B5EF4-FFF2-40B4-BE49-F238E27FC236}">
                <a16:creationId xmlns:a16="http://schemas.microsoft.com/office/drawing/2014/main" id="{FBAC944C-4547-0A8D-B1F6-DC8426A0E428}"/>
              </a:ext>
            </a:extLst>
          </p:cNvPr>
          <p:cNvSpPr>
            <a:spLocks noGrp="1"/>
          </p:cNvSpPr>
          <p:nvPr>
            <p:ph type="sldNum" sz="quarter" idx="12"/>
          </p:nvPr>
        </p:nvSpPr>
        <p:spPr/>
        <p:txBody>
          <a:bodyPr/>
          <a:lstStyle/>
          <a:p>
            <a:fld id="{5AFE534B-6975-4B42-BA33-447C452210DD}" type="slidenum">
              <a:rPr lang="en-SE" smtClean="0"/>
              <a:t>‹#›</a:t>
            </a:fld>
            <a:endParaRPr lang="en-SE"/>
          </a:p>
        </p:txBody>
      </p:sp>
    </p:spTree>
    <p:extLst>
      <p:ext uri="{BB962C8B-B14F-4D97-AF65-F5344CB8AC3E}">
        <p14:creationId xmlns:p14="http://schemas.microsoft.com/office/powerpoint/2010/main" val="1787029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rgbClr val="10161A"/>
            </a:gs>
            <a:gs pos="78000">
              <a:srgbClr val="0B0D11"/>
            </a:gs>
            <a:gs pos="15000">
              <a:srgbClr val="0B0D11"/>
            </a:gs>
            <a:gs pos="0">
              <a:srgbClr val="10161A"/>
            </a:gs>
          </a:gsLst>
          <a:lin ang="2400000" scaled="0"/>
          <a:tileRect/>
        </a:gradFill>
        <a:effectLst/>
      </p:bgPr>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4A2B0F9E-71F5-79E2-3CCC-2DDF025D90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sv-SE"/>
              <a:t>Klicka här för att ändra mall för rubrikformat</a:t>
            </a:r>
            <a:endParaRPr lang="en-SE"/>
          </a:p>
        </p:txBody>
      </p:sp>
      <p:sp>
        <p:nvSpPr>
          <p:cNvPr id="3" name="Platshållare för text 2">
            <a:extLst>
              <a:ext uri="{FF2B5EF4-FFF2-40B4-BE49-F238E27FC236}">
                <a16:creationId xmlns:a16="http://schemas.microsoft.com/office/drawing/2014/main" id="{8E5E52FA-23A5-2264-460F-6513F4BD03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SE"/>
          </a:p>
        </p:txBody>
      </p:sp>
      <p:sp>
        <p:nvSpPr>
          <p:cNvPr id="4" name="Platshållare för datum 3">
            <a:extLst>
              <a:ext uri="{FF2B5EF4-FFF2-40B4-BE49-F238E27FC236}">
                <a16:creationId xmlns:a16="http://schemas.microsoft.com/office/drawing/2014/main" id="{775E916C-3C14-0EE7-112B-CC811AD37B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3CCB1C-ACF7-4B10-AE38-944E2E7119DC}" type="datetimeFigureOut">
              <a:rPr lang="en-SE" smtClean="0"/>
              <a:t>2026-04-19</a:t>
            </a:fld>
            <a:endParaRPr lang="en-SE"/>
          </a:p>
        </p:txBody>
      </p:sp>
      <p:sp>
        <p:nvSpPr>
          <p:cNvPr id="5" name="Platshållare för sidfot 4">
            <a:extLst>
              <a:ext uri="{FF2B5EF4-FFF2-40B4-BE49-F238E27FC236}">
                <a16:creationId xmlns:a16="http://schemas.microsoft.com/office/drawing/2014/main" id="{C3899B10-6755-5370-E9D8-85CAE89FA5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E"/>
          </a:p>
        </p:txBody>
      </p:sp>
      <p:sp>
        <p:nvSpPr>
          <p:cNvPr id="6" name="Platshållare för bildnummer 5">
            <a:extLst>
              <a:ext uri="{FF2B5EF4-FFF2-40B4-BE49-F238E27FC236}">
                <a16:creationId xmlns:a16="http://schemas.microsoft.com/office/drawing/2014/main" id="{BBAAE183-FF98-DCC8-A6FD-29BA1E7CA9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FE534B-6975-4B42-BA33-447C452210DD}" type="slidenum">
              <a:rPr lang="en-SE" smtClean="0"/>
              <a:t>‹#›</a:t>
            </a:fld>
            <a:endParaRPr lang="en-SE"/>
          </a:p>
        </p:txBody>
      </p:sp>
    </p:spTree>
    <p:extLst>
      <p:ext uri="{BB962C8B-B14F-4D97-AF65-F5344CB8AC3E}">
        <p14:creationId xmlns:p14="http://schemas.microsoft.com/office/powerpoint/2010/main" val="27936566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110.png"/><Relationship Id="rId7" Type="http://schemas.openxmlformats.org/officeDocument/2006/relationships/image" Target="../media/image5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0.png"/><Relationship Id="rId11" Type="http://schemas.openxmlformats.org/officeDocument/2006/relationships/image" Target="../media/image9.png"/><Relationship Id="rId5" Type="http://schemas.openxmlformats.org/officeDocument/2006/relationships/image" Target="../media/image30.png"/><Relationship Id="rId10" Type="http://schemas.openxmlformats.org/officeDocument/2006/relationships/image" Target="../media/image8.png"/><Relationship Id="rId4" Type="http://schemas.openxmlformats.org/officeDocument/2006/relationships/image" Target="../media/image25.png"/><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AC612-3F91-98C8-1C26-529FB85DC3A7}"/>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87FBBA46-74E9-560A-E13A-0A412AA685C4}"/>
              </a:ext>
            </a:extLst>
          </p:cNvPr>
          <p:cNvSpPr txBox="1"/>
          <p:nvPr/>
        </p:nvSpPr>
        <p:spPr>
          <a:xfrm>
            <a:off x="947154" y="2367171"/>
            <a:ext cx="6199902" cy="2123658"/>
          </a:xfrm>
          <a:prstGeom prst="rect">
            <a:avLst/>
          </a:prstGeom>
          <a:noFill/>
        </p:spPr>
        <p:txBody>
          <a:bodyPr wrap="none" rtlCol="0">
            <a:spAutoFit/>
          </a:bodyPr>
          <a:lstStyle/>
          <a:p>
            <a:r>
              <a:rPr lang="en-US" sz="6600" dirty="0">
                <a:solidFill>
                  <a:schemeClr val="bg1"/>
                </a:solidFill>
              </a:rPr>
              <a:t>Vad </a:t>
            </a:r>
            <a:r>
              <a:rPr lang="en-US" sz="6600" dirty="0" err="1">
                <a:solidFill>
                  <a:schemeClr val="bg1"/>
                </a:solidFill>
              </a:rPr>
              <a:t>är</a:t>
            </a:r>
            <a:r>
              <a:rPr lang="en-US" sz="6600" dirty="0">
                <a:solidFill>
                  <a:schemeClr val="bg1"/>
                </a:solidFill>
              </a:rPr>
              <a:t> </a:t>
            </a:r>
            <a:r>
              <a:rPr lang="en-US" sz="6600" dirty="0" err="1">
                <a:solidFill>
                  <a:schemeClr val="bg1"/>
                </a:solidFill>
              </a:rPr>
              <a:t>ett</a:t>
            </a:r>
            <a:endParaRPr lang="en-US" sz="6600" dirty="0">
              <a:solidFill>
                <a:schemeClr val="bg1"/>
              </a:solidFill>
            </a:endParaRPr>
          </a:p>
          <a:p>
            <a:r>
              <a:rPr lang="en-US" sz="6600" dirty="0" err="1">
                <a:solidFill>
                  <a:schemeClr val="bg1"/>
                </a:solidFill>
              </a:rPr>
              <a:t>Neuralt</a:t>
            </a:r>
            <a:r>
              <a:rPr lang="en-US" sz="6600" dirty="0">
                <a:solidFill>
                  <a:schemeClr val="bg1"/>
                </a:solidFill>
              </a:rPr>
              <a:t> </a:t>
            </a:r>
            <a:r>
              <a:rPr lang="en-US" sz="6600" dirty="0" err="1">
                <a:solidFill>
                  <a:schemeClr val="bg1"/>
                </a:solidFill>
              </a:rPr>
              <a:t>nätverk</a:t>
            </a:r>
            <a:r>
              <a:rPr lang="en-US" sz="6600" dirty="0">
                <a:solidFill>
                  <a:schemeClr val="bg1"/>
                </a:solidFill>
              </a:rPr>
              <a:t>?</a:t>
            </a:r>
            <a:endParaRPr lang="en-SE" sz="6600" dirty="0">
              <a:solidFill>
                <a:schemeClr val="bg1"/>
              </a:solidFill>
            </a:endParaRPr>
          </a:p>
        </p:txBody>
      </p:sp>
    </p:spTree>
    <p:extLst>
      <p:ext uri="{BB962C8B-B14F-4D97-AF65-F5344CB8AC3E}">
        <p14:creationId xmlns:p14="http://schemas.microsoft.com/office/powerpoint/2010/main" val="3085460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104E0-AF3B-6BFE-9370-1AA22C27D6FF}"/>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D26EFEE9-BECB-34DA-B293-01358A17D21F}"/>
              </a:ext>
            </a:extLst>
          </p:cNvPr>
          <p:cNvSpPr txBox="1"/>
          <p:nvPr/>
        </p:nvSpPr>
        <p:spPr>
          <a:xfrm>
            <a:off x="3324121" y="122735"/>
            <a:ext cx="5543825" cy="830997"/>
          </a:xfrm>
          <a:prstGeom prst="rect">
            <a:avLst/>
          </a:prstGeom>
          <a:noFill/>
        </p:spPr>
        <p:txBody>
          <a:bodyPr wrap="none" rtlCol="0">
            <a:spAutoFit/>
          </a:bodyPr>
          <a:lstStyle/>
          <a:p>
            <a:pPr algn="ctr"/>
            <a:r>
              <a:rPr lang="sv-SE" sz="4800" noProof="0" dirty="0">
                <a:solidFill>
                  <a:schemeClr val="bg1"/>
                </a:solidFill>
              </a:rPr>
              <a:t>Från </a:t>
            </a:r>
            <a:r>
              <a:rPr lang="sv-SE" sz="4800" noProof="0" dirty="0" err="1">
                <a:solidFill>
                  <a:schemeClr val="bg1"/>
                </a:solidFill>
              </a:rPr>
              <a:t>inpu</a:t>
            </a:r>
            <a:r>
              <a:rPr lang="sv-SE" sz="4800" dirty="0">
                <a:solidFill>
                  <a:schemeClr val="bg1"/>
                </a:solidFill>
              </a:rPr>
              <a:t>t till output</a:t>
            </a:r>
            <a:endParaRPr lang="sv-SE" sz="4800" noProof="0" dirty="0">
              <a:solidFill>
                <a:schemeClr val="bg1"/>
              </a:solidFill>
            </a:endParaRPr>
          </a:p>
        </p:txBody>
      </p:sp>
      <p:grpSp>
        <p:nvGrpSpPr>
          <p:cNvPr id="266" name="Grupp 265">
            <a:extLst>
              <a:ext uri="{FF2B5EF4-FFF2-40B4-BE49-F238E27FC236}">
                <a16:creationId xmlns:a16="http://schemas.microsoft.com/office/drawing/2014/main" id="{FAF3B0F7-E6B6-E404-F005-7D5404E44C6C}"/>
              </a:ext>
            </a:extLst>
          </p:cNvPr>
          <p:cNvGrpSpPr/>
          <p:nvPr/>
        </p:nvGrpSpPr>
        <p:grpSpPr>
          <a:xfrm>
            <a:off x="4558142" y="2080873"/>
            <a:ext cx="3075716" cy="2342796"/>
            <a:chOff x="4300444" y="2236126"/>
            <a:chExt cx="3075716" cy="2342796"/>
          </a:xfrm>
        </p:grpSpPr>
        <p:sp>
          <p:nvSpPr>
            <p:cNvPr id="4" name="Ellips 3">
              <a:extLst>
                <a:ext uri="{FF2B5EF4-FFF2-40B4-BE49-F238E27FC236}">
                  <a16:creationId xmlns:a16="http://schemas.microsoft.com/office/drawing/2014/main" id="{B17C7B4B-743F-2C9D-EC35-82D7C1DD42A5}"/>
                </a:ext>
              </a:extLst>
            </p:cNvPr>
            <p:cNvSpPr/>
            <p:nvPr/>
          </p:nvSpPr>
          <p:spPr>
            <a:xfrm>
              <a:off x="4300444" y="2559975"/>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5" name="Ellips 4">
              <a:extLst>
                <a:ext uri="{FF2B5EF4-FFF2-40B4-BE49-F238E27FC236}">
                  <a16:creationId xmlns:a16="http://schemas.microsoft.com/office/drawing/2014/main" id="{DFE62916-FD06-53D2-34C9-582FB1E445FB}"/>
                </a:ext>
              </a:extLst>
            </p:cNvPr>
            <p:cNvSpPr/>
            <p:nvPr/>
          </p:nvSpPr>
          <p:spPr>
            <a:xfrm>
              <a:off x="4300444" y="3221181"/>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6" name="Ellips 5">
              <a:extLst>
                <a:ext uri="{FF2B5EF4-FFF2-40B4-BE49-F238E27FC236}">
                  <a16:creationId xmlns:a16="http://schemas.microsoft.com/office/drawing/2014/main" id="{8DF19627-A4F4-2F52-F764-D0D49DC884F6}"/>
                </a:ext>
              </a:extLst>
            </p:cNvPr>
            <p:cNvSpPr/>
            <p:nvPr/>
          </p:nvSpPr>
          <p:spPr>
            <a:xfrm>
              <a:off x="4300444" y="3870613"/>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7" name="Ellips 6">
              <a:extLst>
                <a:ext uri="{FF2B5EF4-FFF2-40B4-BE49-F238E27FC236}">
                  <a16:creationId xmlns:a16="http://schemas.microsoft.com/office/drawing/2014/main" id="{32ACE394-60C4-948A-EE68-A1C58148271C}"/>
                </a:ext>
              </a:extLst>
            </p:cNvPr>
            <p:cNvSpPr/>
            <p:nvPr/>
          </p:nvSpPr>
          <p:spPr>
            <a:xfrm>
              <a:off x="5198222" y="2236126"/>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8" name="Ellips 7">
              <a:extLst>
                <a:ext uri="{FF2B5EF4-FFF2-40B4-BE49-F238E27FC236}">
                  <a16:creationId xmlns:a16="http://schemas.microsoft.com/office/drawing/2014/main" id="{6A24DAD4-912A-D996-90D1-E9CC4841CA7A}"/>
                </a:ext>
              </a:extLst>
            </p:cNvPr>
            <p:cNvSpPr/>
            <p:nvPr/>
          </p:nvSpPr>
          <p:spPr>
            <a:xfrm>
              <a:off x="5198222" y="2883824"/>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9" name="Ellips 8">
              <a:extLst>
                <a:ext uri="{FF2B5EF4-FFF2-40B4-BE49-F238E27FC236}">
                  <a16:creationId xmlns:a16="http://schemas.microsoft.com/office/drawing/2014/main" id="{27F8B921-7214-AD90-007A-63BDB8EEA729}"/>
                </a:ext>
              </a:extLst>
            </p:cNvPr>
            <p:cNvSpPr/>
            <p:nvPr/>
          </p:nvSpPr>
          <p:spPr>
            <a:xfrm>
              <a:off x="5198222" y="3546764"/>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0" name="Ellips 9">
              <a:extLst>
                <a:ext uri="{FF2B5EF4-FFF2-40B4-BE49-F238E27FC236}">
                  <a16:creationId xmlns:a16="http://schemas.microsoft.com/office/drawing/2014/main" id="{EB2D26E3-0536-C0FE-6ADA-65D978D1583B}"/>
                </a:ext>
              </a:extLst>
            </p:cNvPr>
            <p:cNvSpPr/>
            <p:nvPr/>
          </p:nvSpPr>
          <p:spPr>
            <a:xfrm>
              <a:off x="5198222" y="4194462"/>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1" name="Ellips 10">
              <a:extLst>
                <a:ext uri="{FF2B5EF4-FFF2-40B4-BE49-F238E27FC236}">
                  <a16:creationId xmlns:a16="http://schemas.microsoft.com/office/drawing/2014/main" id="{4577A1B8-8451-C731-9F73-67FBE8A1B94A}"/>
                </a:ext>
              </a:extLst>
            </p:cNvPr>
            <p:cNvSpPr/>
            <p:nvPr/>
          </p:nvSpPr>
          <p:spPr>
            <a:xfrm>
              <a:off x="6096000" y="2236126"/>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2" name="Ellips 11">
              <a:extLst>
                <a:ext uri="{FF2B5EF4-FFF2-40B4-BE49-F238E27FC236}">
                  <a16:creationId xmlns:a16="http://schemas.microsoft.com/office/drawing/2014/main" id="{F69742EF-C790-7382-8622-0A87712ADE91}"/>
                </a:ext>
              </a:extLst>
            </p:cNvPr>
            <p:cNvSpPr/>
            <p:nvPr/>
          </p:nvSpPr>
          <p:spPr>
            <a:xfrm>
              <a:off x="6096000" y="2878973"/>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3" name="Ellips 12">
              <a:extLst>
                <a:ext uri="{FF2B5EF4-FFF2-40B4-BE49-F238E27FC236}">
                  <a16:creationId xmlns:a16="http://schemas.microsoft.com/office/drawing/2014/main" id="{A4853BF8-774D-D3FA-265F-B6733E8D58D5}"/>
                </a:ext>
              </a:extLst>
            </p:cNvPr>
            <p:cNvSpPr/>
            <p:nvPr/>
          </p:nvSpPr>
          <p:spPr>
            <a:xfrm>
              <a:off x="6096000" y="3547979"/>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4" name="Ellips 13">
              <a:extLst>
                <a:ext uri="{FF2B5EF4-FFF2-40B4-BE49-F238E27FC236}">
                  <a16:creationId xmlns:a16="http://schemas.microsoft.com/office/drawing/2014/main" id="{59D788CD-9A7A-31AE-5F3A-E2E9CD8F59ED}"/>
                </a:ext>
              </a:extLst>
            </p:cNvPr>
            <p:cNvSpPr/>
            <p:nvPr/>
          </p:nvSpPr>
          <p:spPr>
            <a:xfrm>
              <a:off x="6096000" y="4196540"/>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5" name="Ellips 14">
              <a:extLst>
                <a:ext uri="{FF2B5EF4-FFF2-40B4-BE49-F238E27FC236}">
                  <a16:creationId xmlns:a16="http://schemas.microsoft.com/office/drawing/2014/main" id="{D6C230DA-7954-2D8E-78B4-310BD9FB9048}"/>
                </a:ext>
              </a:extLst>
            </p:cNvPr>
            <p:cNvSpPr/>
            <p:nvPr/>
          </p:nvSpPr>
          <p:spPr>
            <a:xfrm>
              <a:off x="6993778" y="3212868"/>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cxnSp>
          <p:nvCxnSpPr>
            <p:cNvPr id="21" name="Rak pilkoppling 20">
              <a:extLst>
                <a:ext uri="{FF2B5EF4-FFF2-40B4-BE49-F238E27FC236}">
                  <a16:creationId xmlns:a16="http://schemas.microsoft.com/office/drawing/2014/main" id="{8E36FE9A-617D-CB86-D659-3B519E4213A3}"/>
                </a:ext>
              </a:extLst>
            </p:cNvPr>
            <p:cNvCxnSpPr>
              <a:cxnSpLocks/>
              <a:stCxn id="4" idx="6"/>
              <a:endCxn id="7" idx="2"/>
            </p:cNvCxnSpPr>
            <p:nvPr/>
          </p:nvCxnSpPr>
          <p:spPr>
            <a:xfrm flipV="1">
              <a:off x="4682826" y="2427317"/>
              <a:ext cx="515396" cy="3238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Rak pilkoppling 22">
              <a:extLst>
                <a:ext uri="{FF2B5EF4-FFF2-40B4-BE49-F238E27FC236}">
                  <a16:creationId xmlns:a16="http://schemas.microsoft.com/office/drawing/2014/main" id="{8EB76A95-B840-EF0B-D330-3AC1745BF31B}"/>
                </a:ext>
              </a:extLst>
            </p:cNvPr>
            <p:cNvCxnSpPr>
              <a:cxnSpLocks/>
              <a:stCxn id="4" idx="6"/>
              <a:endCxn id="8" idx="2"/>
            </p:cNvCxnSpPr>
            <p:nvPr/>
          </p:nvCxnSpPr>
          <p:spPr>
            <a:xfrm>
              <a:off x="4682826" y="2751166"/>
              <a:ext cx="515396" cy="3238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Rak pilkoppling 24">
              <a:extLst>
                <a:ext uri="{FF2B5EF4-FFF2-40B4-BE49-F238E27FC236}">
                  <a16:creationId xmlns:a16="http://schemas.microsoft.com/office/drawing/2014/main" id="{5B59F653-71A1-8266-165F-8E867550ACE1}"/>
                </a:ext>
              </a:extLst>
            </p:cNvPr>
            <p:cNvCxnSpPr>
              <a:cxnSpLocks/>
              <a:stCxn id="4" idx="6"/>
              <a:endCxn id="9" idx="2"/>
            </p:cNvCxnSpPr>
            <p:nvPr/>
          </p:nvCxnSpPr>
          <p:spPr>
            <a:xfrm>
              <a:off x="4682826" y="2751166"/>
              <a:ext cx="515396" cy="9867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Rak pilkoppling 26">
              <a:extLst>
                <a:ext uri="{FF2B5EF4-FFF2-40B4-BE49-F238E27FC236}">
                  <a16:creationId xmlns:a16="http://schemas.microsoft.com/office/drawing/2014/main" id="{474EDEE5-F4B7-F746-4A00-9926E75D1312}"/>
                </a:ext>
              </a:extLst>
            </p:cNvPr>
            <p:cNvCxnSpPr>
              <a:cxnSpLocks/>
              <a:stCxn id="4" idx="6"/>
              <a:endCxn id="10" idx="2"/>
            </p:cNvCxnSpPr>
            <p:nvPr/>
          </p:nvCxnSpPr>
          <p:spPr>
            <a:xfrm>
              <a:off x="4682826" y="2751166"/>
              <a:ext cx="515396" cy="16344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Rak pilkoppling 28">
              <a:extLst>
                <a:ext uri="{FF2B5EF4-FFF2-40B4-BE49-F238E27FC236}">
                  <a16:creationId xmlns:a16="http://schemas.microsoft.com/office/drawing/2014/main" id="{527CF23F-C459-628E-79D7-CF1E07A5106B}"/>
                </a:ext>
              </a:extLst>
            </p:cNvPr>
            <p:cNvCxnSpPr>
              <a:cxnSpLocks/>
              <a:stCxn id="5" idx="6"/>
              <a:endCxn id="7" idx="2"/>
            </p:cNvCxnSpPr>
            <p:nvPr/>
          </p:nvCxnSpPr>
          <p:spPr>
            <a:xfrm flipV="1">
              <a:off x="4682826" y="2427317"/>
              <a:ext cx="515396" cy="9850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Rak pilkoppling 30">
              <a:extLst>
                <a:ext uri="{FF2B5EF4-FFF2-40B4-BE49-F238E27FC236}">
                  <a16:creationId xmlns:a16="http://schemas.microsoft.com/office/drawing/2014/main" id="{F0AE0D48-EE7C-845D-1B26-BB5A49A8EAEB}"/>
                </a:ext>
              </a:extLst>
            </p:cNvPr>
            <p:cNvCxnSpPr>
              <a:cxnSpLocks/>
              <a:stCxn id="5" idx="6"/>
              <a:endCxn id="8" idx="2"/>
            </p:cNvCxnSpPr>
            <p:nvPr/>
          </p:nvCxnSpPr>
          <p:spPr>
            <a:xfrm flipV="1">
              <a:off x="4682826" y="3075015"/>
              <a:ext cx="515396" cy="3373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Rak pilkoppling 32">
              <a:extLst>
                <a:ext uri="{FF2B5EF4-FFF2-40B4-BE49-F238E27FC236}">
                  <a16:creationId xmlns:a16="http://schemas.microsoft.com/office/drawing/2014/main" id="{E031CCA8-67DE-6CA2-208B-6EA7FB0CEDC7}"/>
                </a:ext>
              </a:extLst>
            </p:cNvPr>
            <p:cNvCxnSpPr>
              <a:cxnSpLocks/>
              <a:stCxn id="5" idx="6"/>
              <a:endCxn id="9" idx="2"/>
            </p:cNvCxnSpPr>
            <p:nvPr/>
          </p:nvCxnSpPr>
          <p:spPr>
            <a:xfrm>
              <a:off x="4682826" y="3412372"/>
              <a:ext cx="515396" cy="3255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Rak pilkoppling 34">
              <a:extLst>
                <a:ext uri="{FF2B5EF4-FFF2-40B4-BE49-F238E27FC236}">
                  <a16:creationId xmlns:a16="http://schemas.microsoft.com/office/drawing/2014/main" id="{9940FE60-3FF0-7B31-C254-954A0F9DEFFC}"/>
                </a:ext>
              </a:extLst>
            </p:cNvPr>
            <p:cNvCxnSpPr>
              <a:cxnSpLocks/>
              <a:stCxn id="5" idx="6"/>
              <a:endCxn id="10" idx="2"/>
            </p:cNvCxnSpPr>
            <p:nvPr/>
          </p:nvCxnSpPr>
          <p:spPr>
            <a:xfrm>
              <a:off x="4682826" y="3412372"/>
              <a:ext cx="515396" cy="9732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Rak pilkoppling 36">
              <a:extLst>
                <a:ext uri="{FF2B5EF4-FFF2-40B4-BE49-F238E27FC236}">
                  <a16:creationId xmlns:a16="http://schemas.microsoft.com/office/drawing/2014/main" id="{FBA1259F-C5C1-D512-9342-7C86A780D16A}"/>
                </a:ext>
              </a:extLst>
            </p:cNvPr>
            <p:cNvCxnSpPr>
              <a:cxnSpLocks/>
              <a:stCxn id="6" idx="6"/>
              <a:endCxn id="7" idx="2"/>
            </p:cNvCxnSpPr>
            <p:nvPr/>
          </p:nvCxnSpPr>
          <p:spPr>
            <a:xfrm flipV="1">
              <a:off x="4682826" y="2427317"/>
              <a:ext cx="515396" cy="16344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Rak pilkoppling 38">
              <a:extLst>
                <a:ext uri="{FF2B5EF4-FFF2-40B4-BE49-F238E27FC236}">
                  <a16:creationId xmlns:a16="http://schemas.microsoft.com/office/drawing/2014/main" id="{3B739FF7-DAC7-7D98-4613-1FFF9F585C48}"/>
                </a:ext>
              </a:extLst>
            </p:cNvPr>
            <p:cNvCxnSpPr>
              <a:cxnSpLocks/>
              <a:stCxn id="6" idx="6"/>
              <a:endCxn id="8" idx="2"/>
            </p:cNvCxnSpPr>
            <p:nvPr/>
          </p:nvCxnSpPr>
          <p:spPr>
            <a:xfrm flipV="1">
              <a:off x="4682826" y="3075015"/>
              <a:ext cx="515396" cy="9867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Rak pilkoppling 40">
              <a:extLst>
                <a:ext uri="{FF2B5EF4-FFF2-40B4-BE49-F238E27FC236}">
                  <a16:creationId xmlns:a16="http://schemas.microsoft.com/office/drawing/2014/main" id="{A7AD1CA4-2616-F555-3FC1-1092EEBF3938}"/>
                </a:ext>
              </a:extLst>
            </p:cNvPr>
            <p:cNvCxnSpPr>
              <a:cxnSpLocks/>
              <a:stCxn id="6" idx="6"/>
              <a:endCxn id="9" idx="2"/>
            </p:cNvCxnSpPr>
            <p:nvPr/>
          </p:nvCxnSpPr>
          <p:spPr>
            <a:xfrm flipV="1">
              <a:off x="4682826" y="3737955"/>
              <a:ext cx="515396" cy="3238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 name="Rak pilkoppling 42">
              <a:extLst>
                <a:ext uri="{FF2B5EF4-FFF2-40B4-BE49-F238E27FC236}">
                  <a16:creationId xmlns:a16="http://schemas.microsoft.com/office/drawing/2014/main" id="{D8C3BFE5-AE4C-8DD9-8877-0AD0A9AB43B4}"/>
                </a:ext>
              </a:extLst>
            </p:cNvPr>
            <p:cNvCxnSpPr>
              <a:cxnSpLocks/>
              <a:stCxn id="6" idx="6"/>
              <a:endCxn id="10" idx="2"/>
            </p:cNvCxnSpPr>
            <p:nvPr/>
          </p:nvCxnSpPr>
          <p:spPr>
            <a:xfrm>
              <a:off x="4682826" y="4061804"/>
              <a:ext cx="515396" cy="3238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Rak pilkoppling 44">
              <a:extLst>
                <a:ext uri="{FF2B5EF4-FFF2-40B4-BE49-F238E27FC236}">
                  <a16:creationId xmlns:a16="http://schemas.microsoft.com/office/drawing/2014/main" id="{04BBD9C1-1151-4640-E959-9343A3E74567}"/>
                </a:ext>
              </a:extLst>
            </p:cNvPr>
            <p:cNvCxnSpPr>
              <a:cxnSpLocks/>
              <a:stCxn id="7" idx="6"/>
              <a:endCxn id="11" idx="2"/>
            </p:cNvCxnSpPr>
            <p:nvPr/>
          </p:nvCxnSpPr>
          <p:spPr>
            <a:xfrm>
              <a:off x="5580604" y="2427317"/>
              <a:ext cx="51539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Rak pilkoppling 46">
              <a:extLst>
                <a:ext uri="{FF2B5EF4-FFF2-40B4-BE49-F238E27FC236}">
                  <a16:creationId xmlns:a16="http://schemas.microsoft.com/office/drawing/2014/main" id="{1FDBF3A4-2CDD-288D-B1B3-36EF9F9AF1F2}"/>
                </a:ext>
              </a:extLst>
            </p:cNvPr>
            <p:cNvCxnSpPr>
              <a:cxnSpLocks/>
              <a:stCxn id="7" idx="6"/>
              <a:endCxn id="12" idx="2"/>
            </p:cNvCxnSpPr>
            <p:nvPr/>
          </p:nvCxnSpPr>
          <p:spPr>
            <a:xfrm>
              <a:off x="5580604" y="2427317"/>
              <a:ext cx="515396" cy="6428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Rak pilkoppling 48">
              <a:extLst>
                <a:ext uri="{FF2B5EF4-FFF2-40B4-BE49-F238E27FC236}">
                  <a16:creationId xmlns:a16="http://schemas.microsoft.com/office/drawing/2014/main" id="{A6A11F68-0F06-44DE-3A4C-EBBF069AE6F0}"/>
                </a:ext>
              </a:extLst>
            </p:cNvPr>
            <p:cNvCxnSpPr>
              <a:cxnSpLocks/>
              <a:stCxn id="7" idx="6"/>
              <a:endCxn id="13" idx="2"/>
            </p:cNvCxnSpPr>
            <p:nvPr/>
          </p:nvCxnSpPr>
          <p:spPr>
            <a:xfrm>
              <a:off x="5580604" y="2427317"/>
              <a:ext cx="515396" cy="13118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1" name="Rak pilkoppling 50">
              <a:extLst>
                <a:ext uri="{FF2B5EF4-FFF2-40B4-BE49-F238E27FC236}">
                  <a16:creationId xmlns:a16="http://schemas.microsoft.com/office/drawing/2014/main" id="{90FE0562-2477-E4FC-0A6A-5968CA8687FD}"/>
                </a:ext>
              </a:extLst>
            </p:cNvPr>
            <p:cNvCxnSpPr>
              <a:cxnSpLocks/>
              <a:stCxn id="7" idx="6"/>
              <a:endCxn id="14" idx="2"/>
            </p:cNvCxnSpPr>
            <p:nvPr/>
          </p:nvCxnSpPr>
          <p:spPr>
            <a:xfrm>
              <a:off x="5580604" y="2427317"/>
              <a:ext cx="515396" cy="19604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Rak pilkoppling 52">
              <a:extLst>
                <a:ext uri="{FF2B5EF4-FFF2-40B4-BE49-F238E27FC236}">
                  <a16:creationId xmlns:a16="http://schemas.microsoft.com/office/drawing/2014/main" id="{3CD6E9A4-F4F5-7091-0FF3-BA8603561D63}"/>
                </a:ext>
              </a:extLst>
            </p:cNvPr>
            <p:cNvCxnSpPr>
              <a:cxnSpLocks/>
              <a:stCxn id="8" idx="6"/>
              <a:endCxn id="11" idx="2"/>
            </p:cNvCxnSpPr>
            <p:nvPr/>
          </p:nvCxnSpPr>
          <p:spPr>
            <a:xfrm flipV="1">
              <a:off x="5580604" y="2427317"/>
              <a:ext cx="515396" cy="6476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Rak pilkoppling 54">
              <a:extLst>
                <a:ext uri="{FF2B5EF4-FFF2-40B4-BE49-F238E27FC236}">
                  <a16:creationId xmlns:a16="http://schemas.microsoft.com/office/drawing/2014/main" id="{25CC6A0C-F314-1857-B61E-02713D15E96E}"/>
                </a:ext>
              </a:extLst>
            </p:cNvPr>
            <p:cNvCxnSpPr>
              <a:cxnSpLocks/>
              <a:stCxn id="8" idx="6"/>
              <a:endCxn id="12" idx="2"/>
            </p:cNvCxnSpPr>
            <p:nvPr/>
          </p:nvCxnSpPr>
          <p:spPr>
            <a:xfrm flipV="1">
              <a:off x="5580604" y="3070164"/>
              <a:ext cx="515396" cy="48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7" name="Rak pilkoppling 56">
              <a:extLst>
                <a:ext uri="{FF2B5EF4-FFF2-40B4-BE49-F238E27FC236}">
                  <a16:creationId xmlns:a16="http://schemas.microsoft.com/office/drawing/2014/main" id="{721DB0FE-6B09-7941-2214-A93794FDEB7F}"/>
                </a:ext>
              </a:extLst>
            </p:cNvPr>
            <p:cNvCxnSpPr>
              <a:cxnSpLocks/>
              <a:stCxn id="8" idx="6"/>
              <a:endCxn id="13" idx="2"/>
            </p:cNvCxnSpPr>
            <p:nvPr/>
          </p:nvCxnSpPr>
          <p:spPr>
            <a:xfrm>
              <a:off x="5580604" y="3075015"/>
              <a:ext cx="515396" cy="6641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Rak pilkoppling 58">
              <a:extLst>
                <a:ext uri="{FF2B5EF4-FFF2-40B4-BE49-F238E27FC236}">
                  <a16:creationId xmlns:a16="http://schemas.microsoft.com/office/drawing/2014/main" id="{4F0128E8-AF17-2214-75C8-298DAF9E6486}"/>
                </a:ext>
              </a:extLst>
            </p:cNvPr>
            <p:cNvCxnSpPr>
              <a:cxnSpLocks/>
              <a:stCxn id="8" idx="6"/>
              <a:endCxn id="14" idx="2"/>
            </p:cNvCxnSpPr>
            <p:nvPr/>
          </p:nvCxnSpPr>
          <p:spPr>
            <a:xfrm>
              <a:off x="5580604" y="3075015"/>
              <a:ext cx="515396" cy="13127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1" name="Rak pilkoppling 60">
              <a:extLst>
                <a:ext uri="{FF2B5EF4-FFF2-40B4-BE49-F238E27FC236}">
                  <a16:creationId xmlns:a16="http://schemas.microsoft.com/office/drawing/2014/main" id="{C82F7569-B966-19AF-4D7D-A37B00516755}"/>
                </a:ext>
              </a:extLst>
            </p:cNvPr>
            <p:cNvCxnSpPr>
              <a:cxnSpLocks/>
              <a:stCxn id="9" idx="6"/>
              <a:endCxn id="11" idx="2"/>
            </p:cNvCxnSpPr>
            <p:nvPr/>
          </p:nvCxnSpPr>
          <p:spPr>
            <a:xfrm flipV="1">
              <a:off x="5580604" y="2427317"/>
              <a:ext cx="515396" cy="13106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3" name="Rak pilkoppling 62">
              <a:extLst>
                <a:ext uri="{FF2B5EF4-FFF2-40B4-BE49-F238E27FC236}">
                  <a16:creationId xmlns:a16="http://schemas.microsoft.com/office/drawing/2014/main" id="{62753916-B3D7-2813-598D-30773D9444E2}"/>
                </a:ext>
              </a:extLst>
            </p:cNvPr>
            <p:cNvCxnSpPr>
              <a:cxnSpLocks/>
              <a:stCxn id="9" idx="6"/>
              <a:endCxn id="12" idx="2"/>
            </p:cNvCxnSpPr>
            <p:nvPr/>
          </p:nvCxnSpPr>
          <p:spPr>
            <a:xfrm flipV="1">
              <a:off x="5580604" y="3070164"/>
              <a:ext cx="515396" cy="66779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5" name="Rak pilkoppling 64">
              <a:extLst>
                <a:ext uri="{FF2B5EF4-FFF2-40B4-BE49-F238E27FC236}">
                  <a16:creationId xmlns:a16="http://schemas.microsoft.com/office/drawing/2014/main" id="{DFC1995B-7577-941D-3286-928A9E40D860}"/>
                </a:ext>
              </a:extLst>
            </p:cNvPr>
            <p:cNvCxnSpPr>
              <a:cxnSpLocks/>
              <a:stCxn id="9" idx="6"/>
              <a:endCxn id="13" idx="2"/>
            </p:cNvCxnSpPr>
            <p:nvPr/>
          </p:nvCxnSpPr>
          <p:spPr>
            <a:xfrm>
              <a:off x="5580604" y="3737955"/>
              <a:ext cx="515396" cy="12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7" name="Rak pilkoppling 66">
              <a:extLst>
                <a:ext uri="{FF2B5EF4-FFF2-40B4-BE49-F238E27FC236}">
                  <a16:creationId xmlns:a16="http://schemas.microsoft.com/office/drawing/2014/main" id="{8B1C044E-9C06-20C5-17F5-20F61E556014}"/>
                </a:ext>
              </a:extLst>
            </p:cNvPr>
            <p:cNvCxnSpPr>
              <a:cxnSpLocks/>
              <a:stCxn id="9" idx="6"/>
              <a:endCxn id="14" idx="2"/>
            </p:cNvCxnSpPr>
            <p:nvPr/>
          </p:nvCxnSpPr>
          <p:spPr>
            <a:xfrm>
              <a:off x="5580604" y="3737955"/>
              <a:ext cx="515396" cy="6497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9" name="Rak pilkoppling 68">
              <a:extLst>
                <a:ext uri="{FF2B5EF4-FFF2-40B4-BE49-F238E27FC236}">
                  <a16:creationId xmlns:a16="http://schemas.microsoft.com/office/drawing/2014/main" id="{11C23680-86E9-85DF-62AA-1A3A893489CB}"/>
                </a:ext>
              </a:extLst>
            </p:cNvPr>
            <p:cNvCxnSpPr>
              <a:cxnSpLocks/>
              <a:stCxn id="10" idx="6"/>
              <a:endCxn id="11" idx="2"/>
            </p:cNvCxnSpPr>
            <p:nvPr/>
          </p:nvCxnSpPr>
          <p:spPr>
            <a:xfrm flipV="1">
              <a:off x="5580604" y="2427317"/>
              <a:ext cx="515396" cy="19583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1" name="Rak pilkoppling 70">
              <a:extLst>
                <a:ext uri="{FF2B5EF4-FFF2-40B4-BE49-F238E27FC236}">
                  <a16:creationId xmlns:a16="http://schemas.microsoft.com/office/drawing/2014/main" id="{EB46C6A3-E2B2-4EE5-7FC2-ED62DBA40C2D}"/>
                </a:ext>
              </a:extLst>
            </p:cNvPr>
            <p:cNvCxnSpPr>
              <a:cxnSpLocks/>
              <a:stCxn id="10" idx="6"/>
              <a:endCxn id="12" idx="2"/>
            </p:cNvCxnSpPr>
            <p:nvPr/>
          </p:nvCxnSpPr>
          <p:spPr>
            <a:xfrm flipV="1">
              <a:off x="5580604" y="3070164"/>
              <a:ext cx="515396" cy="13154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3" name="Rak pilkoppling 72">
              <a:extLst>
                <a:ext uri="{FF2B5EF4-FFF2-40B4-BE49-F238E27FC236}">
                  <a16:creationId xmlns:a16="http://schemas.microsoft.com/office/drawing/2014/main" id="{4185B6E9-996B-40AC-DFC6-D8D69AE76EED}"/>
                </a:ext>
              </a:extLst>
            </p:cNvPr>
            <p:cNvCxnSpPr>
              <a:cxnSpLocks/>
              <a:stCxn id="10" idx="6"/>
              <a:endCxn id="13" idx="2"/>
            </p:cNvCxnSpPr>
            <p:nvPr/>
          </p:nvCxnSpPr>
          <p:spPr>
            <a:xfrm flipV="1">
              <a:off x="5580604" y="3739170"/>
              <a:ext cx="515396" cy="6464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5" name="Rak pilkoppling 74">
              <a:extLst>
                <a:ext uri="{FF2B5EF4-FFF2-40B4-BE49-F238E27FC236}">
                  <a16:creationId xmlns:a16="http://schemas.microsoft.com/office/drawing/2014/main" id="{025FF8D3-0EE5-C7E4-A6A7-3B6DCE0E8F7A}"/>
                </a:ext>
              </a:extLst>
            </p:cNvPr>
            <p:cNvCxnSpPr>
              <a:cxnSpLocks/>
              <a:stCxn id="10" idx="6"/>
              <a:endCxn id="14" idx="2"/>
            </p:cNvCxnSpPr>
            <p:nvPr/>
          </p:nvCxnSpPr>
          <p:spPr>
            <a:xfrm>
              <a:off x="5580604" y="4385653"/>
              <a:ext cx="515396" cy="20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8" name="Rak pilkoppling 77">
              <a:extLst>
                <a:ext uri="{FF2B5EF4-FFF2-40B4-BE49-F238E27FC236}">
                  <a16:creationId xmlns:a16="http://schemas.microsoft.com/office/drawing/2014/main" id="{CEB5DBD0-23E7-54B8-4EB5-12D5BA308B3A}"/>
                </a:ext>
              </a:extLst>
            </p:cNvPr>
            <p:cNvCxnSpPr>
              <a:cxnSpLocks/>
              <a:stCxn id="11" idx="6"/>
              <a:endCxn id="15" idx="2"/>
            </p:cNvCxnSpPr>
            <p:nvPr/>
          </p:nvCxnSpPr>
          <p:spPr>
            <a:xfrm>
              <a:off x="6478382" y="2427317"/>
              <a:ext cx="515396" cy="9767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0" name="Rak pilkoppling 79">
              <a:extLst>
                <a:ext uri="{FF2B5EF4-FFF2-40B4-BE49-F238E27FC236}">
                  <a16:creationId xmlns:a16="http://schemas.microsoft.com/office/drawing/2014/main" id="{4941FF9D-5F0E-9156-230C-28BDE8D92A21}"/>
                </a:ext>
              </a:extLst>
            </p:cNvPr>
            <p:cNvCxnSpPr>
              <a:cxnSpLocks/>
              <a:stCxn id="12" idx="6"/>
              <a:endCxn id="15" idx="2"/>
            </p:cNvCxnSpPr>
            <p:nvPr/>
          </p:nvCxnSpPr>
          <p:spPr>
            <a:xfrm>
              <a:off x="6478382" y="3070164"/>
              <a:ext cx="515396" cy="3338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2" name="Rak pilkoppling 81">
              <a:extLst>
                <a:ext uri="{FF2B5EF4-FFF2-40B4-BE49-F238E27FC236}">
                  <a16:creationId xmlns:a16="http://schemas.microsoft.com/office/drawing/2014/main" id="{0C24C696-F6B8-0D8B-AB38-DA9896606D08}"/>
                </a:ext>
              </a:extLst>
            </p:cNvPr>
            <p:cNvCxnSpPr>
              <a:cxnSpLocks/>
              <a:stCxn id="13" idx="6"/>
              <a:endCxn id="15" idx="2"/>
            </p:cNvCxnSpPr>
            <p:nvPr/>
          </p:nvCxnSpPr>
          <p:spPr>
            <a:xfrm flipV="1">
              <a:off x="6478382" y="3404059"/>
              <a:ext cx="515396" cy="3351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4" name="Rak pilkoppling 83">
              <a:extLst>
                <a:ext uri="{FF2B5EF4-FFF2-40B4-BE49-F238E27FC236}">
                  <a16:creationId xmlns:a16="http://schemas.microsoft.com/office/drawing/2014/main" id="{CE8F1598-534F-E8C7-2E40-F6F6E7D71A1D}"/>
                </a:ext>
              </a:extLst>
            </p:cNvPr>
            <p:cNvCxnSpPr>
              <a:cxnSpLocks/>
              <a:stCxn id="14" idx="6"/>
              <a:endCxn id="15" idx="2"/>
            </p:cNvCxnSpPr>
            <p:nvPr/>
          </p:nvCxnSpPr>
          <p:spPr>
            <a:xfrm flipV="1">
              <a:off x="6478382" y="3404059"/>
              <a:ext cx="515396" cy="9836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267" name="textruta 266">
            <a:extLst>
              <a:ext uri="{FF2B5EF4-FFF2-40B4-BE49-F238E27FC236}">
                <a16:creationId xmlns:a16="http://schemas.microsoft.com/office/drawing/2014/main" id="{543A2178-F0E2-4ABD-D7FB-D08F3888C11B}"/>
              </a:ext>
            </a:extLst>
          </p:cNvPr>
          <p:cNvSpPr txBox="1"/>
          <p:nvPr/>
        </p:nvSpPr>
        <p:spPr>
          <a:xfrm>
            <a:off x="1414181" y="5146040"/>
            <a:ext cx="992579" cy="676532"/>
          </a:xfrm>
          <a:prstGeom prst="rect">
            <a:avLst/>
          </a:prstGeom>
          <a:noFill/>
        </p:spPr>
        <p:txBody>
          <a:bodyPr wrap="none" rtlCol="0">
            <a:spAutoFit/>
          </a:bodyPr>
          <a:lstStyle/>
          <a:p>
            <a:pPr algn="ctr">
              <a:lnSpc>
                <a:spcPct val="150000"/>
              </a:lnSpc>
            </a:pPr>
            <a:r>
              <a:rPr lang="sv-SE" sz="2800" noProof="0" dirty="0">
                <a:solidFill>
                  <a:schemeClr val="bg1"/>
                </a:solidFill>
              </a:rPr>
              <a:t>Input</a:t>
            </a:r>
          </a:p>
        </p:txBody>
      </p:sp>
      <p:sp>
        <p:nvSpPr>
          <p:cNvPr id="268" name="textruta 267">
            <a:extLst>
              <a:ext uri="{FF2B5EF4-FFF2-40B4-BE49-F238E27FC236}">
                <a16:creationId xmlns:a16="http://schemas.microsoft.com/office/drawing/2014/main" id="{B57A6629-8720-2741-004F-FF763AE222DC}"/>
              </a:ext>
            </a:extLst>
          </p:cNvPr>
          <p:cNvSpPr txBox="1"/>
          <p:nvPr/>
        </p:nvSpPr>
        <p:spPr>
          <a:xfrm>
            <a:off x="4646997" y="5146040"/>
            <a:ext cx="2552558" cy="676532"/>
          </a:xfrm>
          <a:prstGeom prst="rect">
            <a:avLst/>
          </a:prstGeom>
          <a:noFill/>
        </p:spPr>
        <p:txBody>
          <a:bodyPr wrap="none" rtlCol="0">
            <a:spAutoFit/>
          </a:bodyPr>
          <a:lstStyle/>
          <a:p>
            <a:pPr algn="ctr">
              <a:lnSpc>
                <a:spcPct val="150000"/>
              </a:lnSpc>
            </a:pPr>
            <a:r>
              <a:rPr lang="sv-SE" sz="2800" noProof="0" dirty="0">
                <a:solidFill>
                  <a:schemeClr val="bg1"/>
                </a:solidFill>
              </a:rPr>
              <a:t>Neuralt nätverk</a:t>
            </a:r>
          </a:p>
        </p:txBody>
      </p:sp>
      <p:sp>
        <p:nvSpPr>
          <p:cNvPr id="269" name="textruta 268">
            <a:extLst>
              <a:ext uri="{FF2B5EF4-FFF2-40B4-BE49-F238E27FC236}">
                <a16:creationId xmlns:a16="http://schemas.microsoft.com/office/drawing/2014/main" id="{78336444-A9EA-E86A-C29D-0D3BDADDB389}"/>
              </a:ext>
            </a:extLst>
          </p:cNvPr>
          <p:cNvSpPr txBox="1"/>
          <p:nvPr/>
        </p:nvSpPr>
        <p:spPr>
          <a:xfrm>
            <a:off x="9439792" y="5146040"/>
            <a:ext cx="1281120" cy="676532"/>
          </a:xfrm>
          <a:prstGeom prst="rect">
            <a:avLst/>
          </a:prstGeom>
          <a:noFill/>
        </p:spPr>
        <p:txBody>
          <a:bodyPr wrap="none" rtlCol="0">
            <a:spAutoFit/>
          </a:bodyPr>
          <a:lstStyle/>
          <a:p>
            <a:pPr algn="ctr">
              <a:lnSpc>
                <a:spcPct val="150000"/>
              </a:lnSpc>
            </a:pPr>
            <a:r>
              <a:rPr lang="sv-SE" sz="2800" noProof="0" dirty="0">
                <a:solidFill>
                  <a:schemeClr val="bg1"/>
                </a:solidFill>
              </a:rPr>
              <a:t>Output</a:t>
            </a:r>
          </a:p>
        </p:txBody>
      </p:sp>
      <p:cxnSp>
        <p:nvCxnSpPr>
          <p:cNvPr id="271" name="Rak pilkoppling 270">
            <a:extLst>
              <a:ext uri="{FF2B5EF4-FFF2-40B4-BE49-F238E27FC236}">
                <a16:creationId xmlns:a16="http://schemas.microsoft.com/office/drawing/2014/main" id="{5EBD4BC8-3A91-A100-F236-4123F59B2F21}"/>
              </a:ext>
            </a:extLst>
          </p:cNvPr>
          <p:cNvCxnSpPr>
            <a:cxnSpLocks/>
          </p:cNvCxnSpPr>
          <p:nvPr/>
        </p:nvCxnSpPr>
        <p:spPr>
          <a:xfrm>
            <a:off x="3007333" y="5550810"/>
            <a:ext cx="1039091"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272" name="Rak pilkoppling 271">
            <a:extLst>
              <a:ext uri="{FF2B5EF4-FFF2-40B4-BE49-F238E27FC236}">
                <a16:creationId xmlns:a16="http://schemas.microsoft.com/office/drawing/2014/main" id="{D7E412F3-0A04-4E99-9F9C-63ED0DDA916B}"/>
              </a:ext>
            </a:extLst>
          </p:cNvPr>
          <p:cNvCxnSpPr>
            <a:cxnSpLocks/>
          </p:cNvCxnSpPr>
          <p:nvPr/>
        </p:nvCxnSpPr>
        <p:spPr>
          <a:xfrm>
            <a:off x="7800128" y="5550810"/>
            <a:ext cx="1039091"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273" name="textruta 272">
            <a:extLst>
              <a:ext uri="{FF2B5EF4-FFF2-40B4-BE49-F238E27FC236}">
                <a16:creationId xmlns:a16="http://schemas.microsoft.com/office/drawing/2014/main" id="{C4C29420-EEE1-9C09-B0BF-A397DBFE44C0}"/>
              </a:ext>
            </a:extLst>
          </p:cNvPr>
          <p:cNvSpPr txBox="1"/>
          <p:nvPr/>
        </p:nvSpPr>
        <p:spPr>
          <a:xfrm>
            <a:off x="908434" y="2282775"/>
            <a:ext cx="2004075" cy="1938992"/>
          </a:xfrm>
          <a:prstGeom prst="rect">
            <a:avLst/>
          </a:prstGeom>
          <a:noFill/>
        </p:spPr>
        <p:txBody>
          <a:bodyPr wrap="none" rtlCol="0">
            <a:spAutoFit/>
          </a:bodyPr>
          <a:lstStyle/>
          <a:p>
            <a:r>
              <a:rPr lang="en-US" sz="2400" noProof="0" dirty="0" err="1">
                <a:solidFill>
                  <a:schemeClr val="bg1"/>
                </a:solidFill>
              </a:rPr>
              <a:t>Exempel</a:t>
            </a:r>
            <a:r>
              <a:rPr lang="en-US" sz="2400" noProof="0" dirty="0">
                <a:solidFill>
                  <a:schemeClr val="bg1"/>
                </a:solidFill>
              </a:rPr>
              <a:t>:</a:t>
            </a:r>
          </a:p>
          <a:p>
            <a:pPr marL="571500" indent="-571500">
              <a:buFont typeface="Arial" panose="020B0604020202020204" pitchFamily="34" charset="0"/>
              <a:buChar char="•"/>
            </a:pPr>
            <a:r>
              <a:rPr lang="en-US" sz="2400" dirty="0" err="1">
                <a:solidFill>
                  <a:schemeClr val="bg1"/>
                </a:solidFill>
              </a:rPr>
              <a:t>Ålder</a:t>
            </a:r>
            <a:endParaRPr lang="en-US" sz="2400" dirty="0">
              <a:solidFill>
                <a:schemeClr val="bg1"/>
              </a:solidFill>
            </a:endParaRPr>
          </a:p>
          <a:p>
            <a:pPr marL="571500" indent="-571500">
              <a:buFont typeface="Arial" panose="020B0604020202020204" pitchFamily="34" charset="0"/>
              <a:buChar char="•"/>
            </a:pPr>
            <a:r>
              <a:rPr lang="en-US" sz="2400" dirty="0" err="1">
                <a:solidFill>
                  <a:schemeClr val="bg1"/>
                </a:solidFill>
              </a:rPr>
              <a:t>Inkomst</a:t>
            </a:r>
            <a:endParaRPr lang="en-US" sz="2400" dirty="0">
              <a:solidFill>
                <a:schemeClr val="bg1"/>
              </a:solidFill>
            </a:endParaRPr>
          </a:p>
          <a:p>
            <a:pPr marL="571500" indent="-571500">
              <a:buFont typeface="Arial" panose="020B0604020202020204" pitchFamily="34" charset="0"/>
              <a:buChar char="•"/>
            </a:pPr>
            <a:r>
              <a:rPr lang="en-US" sz="2400" dirty="0" err="1">
                <a:solidFill>
                  <a:schemeClr val="bg1"/>
                </a:solidFill>
              </a:rPr>
              <a:t>Bildpixlar</a:t>
            </a:r>
            <a:endParaRPr lang="en-US" sz="2400" dirty="0">
              <a:solidFill>
                <a:schemeClr val="bg1"/>
              </a:solidFill>
            </a:endParaRPr>
          </a:p>
          <a:p>
            <a:pPr marL="571500" indent="-571500">
              <a:buFont typeface="Arial" panose="020B0604020202020204" pitchFamily="34" charset="0"/>
              <a:buChar char="•"/>
            </a:pPr>
            <a:r>
              <a:rPr lang="en-US" sz="2400" dirty="0">
                <a:solidFill>
                  <a:schemeClr val="bg1"/>
                </a:solidFill>
              </a:rPr>
              <a:t>Text</a:t>
            </a:r>
          </a:p>
        </p:txBody>
      </p:sp>
      <p:sp>
        <p:nvSpPr>
          <p:cNvPr id="274" name="textruta 273">
            <a:extLst>
              <a:ext uri="{FF2B5EF4-FFF2-40B4-BE49-F238E27FC236}">
                <a16:creationId xmlns:a16="http://schemas.microsoft.com/office/drawing/2014/main" id="{634C1668-3B77-DA98-235E-B38F7BA15D83}"/>
              </a:ext>
            </a:extLst>
          </p:cNvPr>
          <p:cNvSpPr txBox="1"/>
          <p:nvPr/>
        </p:nvSpPr>
        <p:spPr>
          <a:xfrm>
            <a:off x="8877138" y="2467441"/>
            <a:ext cx="2406428" cy="1569660"/>
          </a:xfrm>
          <a:prstGeom prst="rect">
            <a:avLst/>
          </a:prstGeom>
          <a:noFill/>
        </p:spPr>
        <p:txBody>
          <a:bodyPr wrap="none" rtlCol="0">
            <a:spAutoFit/>
          </a:bodyPr>
          <a:lstStyle/>
          <a:p>
            <a:r>
              <a:rPr lang="en-US" sz="2400" noProof="0" dirty="0" err="1">
                <a:solidFill>
                  <a:schemeClr val="bg1"/>
                </a:solidFill>
              </a:rPr>
              <a:t>Exempel</a:t>
            </a:r>
            <a:r>
              <a:rPr lang="en-US" sz="2400" noProof="0" dirty="0">
                <a:solidFill>
                  <a:schemeClr val="bg1"/>
                </a:solidFill>
              </a:rPr>
              <a:t>:</a:t>
            </a:r>
          </a:p>
          <a:p>
            <a:pPr marL="571500" indent="-571500">
              <a:buFont typeface="Arial" panose="020B0604020202020204" pitchFamily="34" charset="0"/>
              <a:buChar char="•"/>
            </a:pPr>
            <a:r>
              <a:rPr lang="en-US" sz="2400" dirty="0">
                <a:solidFill>
                  <a:schemeClr val="bg1"/>
                </a:solidFill>
              </a:rPr>
              <a:t>Pris</a:t>
            </a:r>
          </a:p>
          <a:p>
            <a:pPr marL="571500" indent="-571500">
              <a:buFont typeface="Arial" panose="020B0604020202020204" pitchFamily="34" charset="0"/>
              <a:buChar char="•"/>
            </a:pPr>
            <a:r>
              <a:rPr lang="en-US" sz="2400" dirty="0">
                <a:solidFill>
                  <a:schemeClr val="bg1"/>
                </a:solidFill>
              </a:rPr>
              <a:t>Klass</a:t>
            </a:r>
          </a:p>
          <a:p>
            <a:pPr marL="571500" indent="-571500">
              <a:buFont typeface="Arial" panose="020B0604020202020204" pitchFamily="34" charset="0"/>
              <a:buChar char="•"/>
            </a:pPr>
            <a:r>
              <a:rPr lang="en-US" sz="2400" dirty="0" err="1">
                <a:solidFill>
                  <a:schemeClr val="bg1"/>
                </a:solidFill>
              </a:rPr>
              <a:t>Sannolikhet</a:t>
            </a:r>
            <a:endParaRPr lang="en-US" sz="2400" dirty="0">
              <a:solidFill>
                <a:schemeClr val="bg1"/>
              </a:solidFill>
            </a:endParaRPr>
          </a:p>
        </p:txBody>
      </p:sp>
    </p:spTree>
    <p:extLst>
      <p:ext uri="{BB962C8B-B14F-4D97-AF65-F5344CB8AC3E}">
        <p14:creationId xmlns:p14="http://schemas.microsoft.com/office/powerpoint/2010/main" val="144179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5A8EE-E1B2-5416-12C9-069753EDF2D1}"/>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44EAAACF-3D4C-5FA9-6F3F-56AE8882FE07}"/>
              </a:ext>
            </a:extLst>
          </p:cNvPr>
          <p:cNvSpPr txBox="1"/>
          <p:nvPr/>
        </p:nvSpPr>
        <p:spPr>
          <a:xfrm>
            <a:off x="2024253" y="122735"/>
            <a:ext cx="8143576" cy="830997"/>
          </a:xfrm>
          <a:prstGeom prst="rect">
            <a:avLst/>
          </a:prstGeom>
          <a:noFill/>
        </p:spPr>
        <p:txBody>
          <a:bodyPr wrap="none" rtlCol="0">
            <a:spAutoFit/>
          </a:bodyPr>
          <a:lstStyle/>
          <a:p>
            <a:pPr algn="ctr"/>
            <a:r>
              <a:rPr lang="sv-SE" sz="4800" noProof="0" dirty="0">
                <a:solidFill>
                  <a:schemeClr val="bg1"/>
                </a:solidFill>
              </a:rPr>
              <a:t>En första matematisk intuition</a:t>
            </a:r>
          </a:p>
        </p:txBody>
      </p:sp>
      <p:cxnSp>
        <p:nvCxnSpPr>
          <p:cNvPr id="80" name="Rak pilkoppling 79">
            <a:extLst>
              <a:ext uri="{FF2B5EF4-FFF2-40B4-BE49-F238E27FC236}">
                <a16:creationId xmlns:a16="http://schemas.microsoft.com/office/drawing/2014/main" id="{07D1A443-D130-2866-5050-30ED71D72EC7}"/>
              </a:ext>
            </a:extLst>
          </p:cNvPr>
          <p:cNvCxnSpPr>
            <a:cxnSpLocks/>
            <a:stCxn id="12" idx="6"/>
            <a:endCxn id="15" idx="2"/>
          </p:cNvCxnSpPr>
          <p:nvPr/>
        </p:nvCxnSpPr>
        <p:spPr>
          <a:xfrm>
            <a:off x="5153891" y="2905298"/>
            <a:ext cx="1241366" cy="885306"/>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82" name="Rak pilkoppling 81">
            <a:extLst>
              <a:ext uri="{FF2B5EF4-FFF2-40B4-BE49-F238E27FC236}">
                <a16:creationId xmlns:a16="http://schemas.microsoft.com/office/drawing/2014/main" id="{12B2A0B0-C3CB-EE9E-8D2A-4C6CA3AAF8AA}"/>
              </a:ext>
            </a:extLst>
          </p:cNvPr>
          <p:cNvCxnSpPr>
            <a:cxnSpLocks/>
            <a:stCxn id="13" idx="6"/>
            <a:endCxn id="15" idx="2"/>
          </p:cNvCxnSpPr>
          <p:nvPr/>
        </p:nvCxnSpPr>
        <p:spPr>
          <a:xfrm flipV="1">
            <a:off x="5153891" y="3790604"/>
            <a:ext cx="1241366" cy="886691"/>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12" name="Ellips 11">
            <a:extLst>
              <a:ext uri="{FF2B5EF4-FFF2-40B4-BE49-F238E27FC236}">
                <a16:creationId xmlns:a16="http://schemas.microsoft.com/office/drawing/2014/main" id="{76C96DD5-805D-9F00-1326-2D15239AB141}"/>
              </a:ext>
            </a:extLst>
          </p:cNvPr>
          <p:cNvSpPr/>
          <p:nvPr/>
        </p:nvSpPr>
        <p:spPr>
          <a:xfrm>
            <a:off x="3973483" y="2315094"/>
            <a:ext cx="1180408" cy="1180408"/>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1</a:t>
            </a:r>
            <a:endParaRPr lang="en-SE" sz="4000" dirty="0"/>
          </a:p>
        </p:txBody>
      </p:sp>
      <mc:AlternateContent xmlns:mc="http://schemas.openxmlformats.org/markup-compatibility/2006">
        <mc:Choice xmlns:a14="http://schemas.microsoft.com/office/drawing/2010/main" Requires="a14">
          <p:sp>
            <p:nvSpPr>
              <p:cNvPr id="13" name="Ellips 12">
                <a:extLst>
                  <a:ext uri="{FF2B5EF4-FFF2-40B4-BE49-F238E27FC236}">
                    <a16:creationId xmlns:a16="http://schemas.microsoft.com/office/drawing/2014/main" id="{05D66B49-1432-C8E3-D084-91802CFE5D35}"/>
                  </a:ext>
                </a:extLst>
              </p:cNvPr>
              <p:cNvSpPr/>
              <p:nvPr/>
            </p:nvSpPr>
            <p:spPr>
              <a:xfrm>
                <a:off x="3973483" y="4087091"/>
                <a:ext cx="1180408" cy="1180408"/>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𝑋</m:t>
                          </m:r>
                        </m:e>
                        <m:sub>
                          <m:r>
                            <a:rPr lang="en-US" sz="4000" b="0" i="1" smtClean="0">
                              <a:latin typeface="Cambria Math" panose="02040503050406030204" pitchFamily="18" charset="0"/>
                            </a:rPr>
                            <m:t>1</m:t>
                          </m:r>
                        </m:sub>
                      </m:sSub>
                    </m:oMath>
                  </m:oMathPara>
                </a14:m>
                <a:endParaRPr lang="en-SE" sz="4000" dirty="0"/>
              </a:p>
            </p:txBody>
          </p:sp>
        </mc:Choice>
        <mc:Fallback>
          <p:sp>
            <p:nvSpPr>
              <p:cNvPr id="13" name="Ellips 12">
                <a:extLst>
                  <a:ext uri="{FF2B5EF4-FFF2-40B4-BE49-F238E27FC236}">
                    <a16:creationId xmlns:a16="http://schemas.microsoft.com/office/drawing/2014/main" id="{05D66B49-1432-C8E3-D084-91802CFE5D35}"/>
                  </a:ext>
                </a:extLst>
              </p:cNvPr>
              <p:cNvSpPr>
                <a:spLocks noRot="1" noChangeAspect="1" noMove="1" noResize="1" noEditPoints="1" noAdjustHandles="1" noChangeArrowheads="1" noChangeShapeType="1" noTextEdit="1"/>
              </p:cNvSpPr>
              <p:nvPr/>
            </p:nvSpPr>
            <p:spPr>
              <a:xfrm>
                <a:off x="3973483" y="4087091"/>
                <a:ext cx="1180408" cy="1180408"/>
              </a:xfrm>
              <a:prstGeom prst="ellipse">
                <a:avLst/>
              </a:prstGeom>
              <a:blipFill>
                <a:blip r:embed="rId3"/>
                <a:stretch>
                  <a:fillRect/>
                </a:stretch>
              </a:blipFill>
              <a:ln>
                <a:solidFill>
                  <a:srgbClr val="07425D"/>
                </a:solidFill>
              </a:ln>
            </p:spPr>
            <p:txBody>
              <a:bodyPr/>
              <a:lstStyle/>
              <a:p>
                <a:r>
                  <a:rPr lang="en-SE">
                    <a:noFill/>
                  </a:rPr>
                  <a:t> </a:t>
                </a:r>
              </a:p>
            </p:txBody>
          </p:sp>
        </mc:Fallback>
      </mc:AlternateContent>
      <p:sp>
        <p:nvSpPr>
          <p:cNvPr id="15" name="Ellips 14">
            <a:extLst>
              <a:ext uri="{FF2B5EF4-FFF2-40B4-BE49-F238E27FC236}">
                <a16:creationId xmlns:a16="http://schemas.microsoft.com/office/drawing/2014/main" id="{91DA8C7F-6377-EEF7-9444-E34CFF9BC638}"/>
              </a:ext>
            </a:extLst>
          </p:cNvPr>
          <p:cNvSpPr/>
          <p:nvPr/>
        </p:nvSpPr>
        <p:spPr>
          <a:xfrm>
            <a:off x="6395257" y="3200400"/>
            <a:ext cx="1180408" cy="1180408"/>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mc:AlternateContent xmlns:mc="http://schemas.openxmlformats.org/markup-compatibility/2006">
        <mc:Choice xmlns:a14="http://schemas.microsoft.com/office/drawing/2010/main" Requires="a14">
          <p:sp>
            <p:nvSpPr>
              <p:cNvPr id="19" name="textruta 18">
                <a:extLst>
                  <a:ext uri="{FF2B5EF4-FFF2-40B4-BE49-F238E27FC236}">
                    <a16:creationId xmlns:a16="http://schemas.microsoft.com/office/drawing/2014/main" id="{AF195CD7-19A6-8AF3-2183-618E0F5D8B1D}"/>
                  </a:ext>
                </a:extLst>
              </p:cNvPr>
              <p:cNvSpPr txBox="1"/>
              <p:nvPr/>
            </p:nvSpPr>
            <p:spPr>
              <a:xfrm>
                <a:off x="5544052" y="2673557"/>
                <a:ext cx="638380" cy="646331"/>
              </a:xfrm>
              <a:prstGeom prst="rect">
                <a:avLst/>
              </a:prstGeom>
              <a:noFill/>
            </p:spPr>
            <p:txBody>
              <a:bodyPr wrap="none" rtlCol="0">
                <a:spAutoFit/>
              </a:bodyPr>
              <a:lstStyle/>
              <a:p>
                <a:pPr algn="ctr">
                  <a:lnSpc>
                    <a:spcPct val="150000"/>
                  </a:lnSpc>
                </a:pPr>
                <a14:m>
                  <m:oMathPara xmlns:m="http://schemas.openxmlformats.org/officeDocument/2006/math">
                    <m:oMathParaPr>
                      <m:jc m:val="centerGroup"/>
                    </m:oMathParaPr>
                    <m:oMath xmlns:m="http://schemas.openxmlformats.org/officeDocument/2006/math">
                      <m:sSub>
                        <m:sSubPr>
                          <m:ctrlPr>
                            <a:rPr lang="en-US" sz="2400" b="0" i="1" noProof="0" dirty="0" smtClean="0">
                              <a:solidFill>
                                <a:schemeClr val="bg1"/>
                              </a:solidFill>
                              <a:latin typeface="Cambria Math" panose="02040503050406030204" pitchFamily="18" charset="0"/>
                            </a:rPr>
                          </m:ctrlPr>
                        </m:sSubPr>
                        <m:e>
                          <m:r>
                            <a:rPr lang="en-US" sz="2400" b="0" i="1" noProof="0" dirty="0" smtClean="0">
                              <a:solidFill>
                                <a:schemeClr val="bg1"/>
                              </a:solidFill>
                              <a:latin typeface="Cambria Math" panose="02040503050406030204" pitchFamily="18" charset="0"/>
                            </a:rPr>
                            <m:t>𝑊</m:t>
                          </m:r>
                        </m:e>
                        <m:sub>
                          <m:r>
                            <a:rPr lang="en-US" sz="2400" b="0" i="1" noProof="0" dirty="0" smtClean="0">
                              <a:solidFill>
                                <a:schemeClr val="bg1"/>
                              </a:solidFill>
                              <a:latin typeface="Cambria Math" panose="02040503050406030204" pitchFamily="18" charset="0"/>
                            </a:rPr>
                            <m:t>1</m:t>
                          </m:r>
                        </m:sub>
                      </m:sSub>
                    </m:oMath>
                  </m:oMathPara>
                </a14:m>
              </a:p>
            </p:txBody>
          </p:sp>
        </mc:Choice>
        <mc:Fallback>
          <p:sp>
            <p:nvSpPr>
              <p:cNvPr id="19" name="textruta 18">
                <a:extLst>
                  <a:ext uri="{FF2B5EF4-FFF2-40B4-BE49-F238E27FC236}">
                    <a16:creationId xmlns:a16="http://schemas.microsoft.com/office/drawing/2014/main" id="{AF195CD7-19A6-8AF3-2183-618E0F5D8B1D}"/>
                  </a:ext>
                </a:extLst>
              </p:cNvPr>
              <p:cNvSpPr txBox="1">
                <a:spLocks noRot="1" noChangeAspect="1" noMove="1" noResize="1" noEditPoints="1" noAdjustHandles="1" noChangeArrowheads="1" noChangeShapeType="1" noTextEdit="1"/>
              </p:cNvSpPr>
              <p:nvPr/>
            </p:nvSpPr>
            <p:spPr>
              <a:xfrm>
                <a:off x="5544052" y="2673557"/>
                <a:ext cx="638380" cy="646331"/>
              </a:xfrm>
              <a:prstGeom prst="rect">
                <a:avLst/>
              </a:prstGeom>
              <a:blipFill>
                <a:blip r:embed="rId4"/>
                <a:stretch>
                  <a:fillRect/>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20" name="textruta 19">
                <a:extLst>
                  <a:ext uri="{FF2B5EF4-FFF2-40B4-BE49-F238E27FC236}">
                    <a16:creationId xmlns:a16="http://schemas.microsoft.com/office/drawing/2014/main" id="{00934614-71DB-8D90-D3E8-D092BC2D3855}"/>
                  </a:ext>
                </a:extLst>
              </p:cNvPr>
              <p:cNvSpPr txBox="1"/>
              <p:nvPr/>
            </p:nvSpPr>
            <p:spPr>
              <a:xfrm>
                <a:off x="5646906" y="4205194"/>
                <a:ext cx="645498" cy="646331"/>
              </a:xfrm>
              <a:prstGeom prst="rect">
                <a:avLst/>
              </a:prstGeom>
              <a:noFill/>
            </p:spPr>
            <p:txBody>
              <a:bodyPr wrap="none" rtlCol="0">
                <a:spAutoFit/>
              </a:bodyPr>
              <a:lstStyle/>
              <a:p>
                <a:pPr algn="ctr">
                  <a:lnSpc>
                    <a:spcPct val="150000"/>
                  </a:lnSpc>
                </a:pPr>
                <a14:m>
                  <m:oMathPara xmlns:m="http://schemas.openxmlformats.org/officeDocument/2006/math">
                    <m:oMathParaPr>
                      <m:jc m:val="centerGroup"/>
                    </m:oMathParaPr>
                    <m:oMath xmlns:m="http://schemas.openxmlformats.org/officeDocument/2006/math">
                      <m:sSub>
                        <m:sSubPr>
                          <m:ctrlPr>
                            <a:rPr lang="en-US" sz="2400" b="0" i="1" noProof="0" dirty="0" smtClean="0">
                              <a:solidFill>
                                <a:schemeClr val="bg1"/>
                              </a:solidFill>
                              <a:latin typeface="Cambria Math" panose="02040503050406030204" pitchFamily="18" charset="0"/>
                            </a:rPr>
                          </m:ctrlPr>
                        </m:sSubPr>
                        <m:e>
                          <m:r>
                            <a:rPr lang="en-US" sz="2400" b="0" i="1" noProof="0" dirty="0" smtClean="0">
                              <a:solidFill>
                                <a:schemeClr val="bg1"/>
                              </a:solidFill>
                              <a:latin typeface="Cambria Math" panose="02040503050406030204" pitchFamily="18" charset="0"/>
                            </a:rPr>
                            <m:t>𝑊</m:t>
                          </m:r>
                        </m:e>
                        <m:sub>
                          <m:r>
                            <a:rPr lang="en-US" sz="2400" b="0" i="1" noProof="0" dirty="0" smtClean="0">
                              <a:solidFill>
                                <a:schemeClr val="bg1"/>
                              </a:solidFill>
                              <a:latin typeface="Cambria Math" panose="02040503050406030204" pitchFamily="18" charset="0"/>
                            </a:rPr>
                            <m:t>2</m:t>
                          </m:r>
                        </m:sub>
                      </m:sSub>
                    </m:oMath>
                  </m:oMathPara>
                </a14:m>
              </a:p>
            </p:txBody>
          </p:sp>
        </mc:Choice>
        <mc:Fallback>
          <p:sp>
            <p:nvSpPr>
              <p:cNvPr id="20" name="textruta 19">
                <a:extLst>
                  <a:ext uri="{FF2B5EF4-FFF2-40B4-BE49-F238E27FC236}">
                    <a16:creationId xmlns:a16="http://schemas.microsoft.com/office/drawing/2014/main" id="{00934614-71DB-8D90-D3E8-D092BC2D3855}"/>
                  </a:ext>
                </a:extLst>
              </p:cNvPr>
              <p:cNvSpPr txBox="1">
                <a:spLocks noRot="1" noChangeAspect="1" noMove="1" noResize="1" noEditPoints="1" noAdjustHandles="1" noChangeArrowheads="1" noChangeShapeType="1" noTextEdit="1"/>
              </p:cNvSpPr>
              <p:nvPr/>
            </p:nvSpPr>
            <p:spPr>
              <a:xfrm>
                <a:off x="5646906" y="4205194"/>
                <a:ext cx="645498" cy="646331"/>
              </a:xfrm>
              <a:prstGeom prst="rect">
                <a:avLst/>
              </a:prstGeom>
              <a:blipFill>
                <a:blip r:embed="rId5"/>
                <a:stretch>
                  <a:fillRect/>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26" name="textruta 25">
                <a:extLst>
                  <a:ext uri="{FF2B5EF4-FFF2-40B4-BE49-F238E27FC236}">
                    <a16:creationId xmlns:a16="http://schemas.microsoft.com/office/drawing/2014/main" id="{EC5E956F-AE6D-37A8-BA3C-D5E63CD4E4F9}"/>
                  </a:ext>
                </a:extLst>
              </p:cNvPr>
              <p:cNvSpPr txBox="1"/>
              <p:nvPr/>
            </p:nvSpPr>
            <p:spPr>
              <a:xfrm>
                <a:off x="6349614" y="3651196"/>
                <a:ext cx="1271695" cy="553998"/>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i="1" smtClean="0">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𝑊</m:t>
                          </m:r>
                        </m:e>
                        <m:sub>
                          <m:r>
                            <a:rPr lang="en-US" i="1">
                              <a:solidFill>
                                <a:schemeClr val="bg1"/>
                              </a:solidFill>
                              <a:latin typeface="Cambria Math" panose="02040503050406030204" pitchFamily="18" charset="0"/>
                            </a:rPr>
                            <m:t>1</m:t>
                          </m:r>
                        </m:sub>
                      </m:sSub>
                      <m:r>
                        <a:rPr lang="en-US" i="1">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𝑊</m:t>
                          </m:r>
                        </m:e>
                        <m:sub>
                          <m:r>
                            <a:rPr lang="en-US" i="1">
                              <a:solidFill>
                                <a:schemeClr val="bg1"/>
                              </a:solidFill>
                              <a:latin typeface="Cambria Math" panose="02040503050406030204" pitchFamily="18" charset="0"/>
                            </a:rPr>
                            <m:t>2</m:t>
                          </m:r>
                        </m:sub>
                      </m:sSub>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𝑋</m:t>
                          </m:r>
                        </m:e>
                        <m:sub>
                          <m:r>
                            <a:rPr lang="en-US" i="1">
                              <a:solidFill>
                                <a:schemeClr val="bg1"/>
                              </a:solidFill>
                              <a:latin typeface="Cambria Math" panose="02040503050406030204" pitchFamily="18" charset="0"/>
                            </a:rPr>
                            <m:t>1</m:t>
                          </m:r>
                        </m:sub>
                      </m:sSub>
                    </m:oMath>
                  </m:oMathPara>
                </a14:m>
                <a:endParaRPr lang="en-SE" dirty="0">
                  <a:solidFill>
                    <a:schemeClr val="bg1"/>
                  </a:solidFill>
                </a:endParaRPr>
              </a:p>
              <a:p>
                <a:endParaRPr lang="en-SE" dirty="0">
                  <a:solidFill>
                    <a:schemeClr val="bg1"/>
                  </a:solidFill>
                </a:endParaRPr>
              </a:p>
            </p:txBody>
          </p:sp>
        </mc:Choice>
        <mc:Fallback>
          <p:sp>
            <p:nvSpPr>
              <p:cNvPr id="26" name="textruta 25">
                <a:extLst>
                  <a:ext uri="{FF2B5EF4-FFF2-40B4-BE49-F238E27FC236}">
                    <a16:creationId xmlns:a16="http://schemas.microsoft.com/office/drawing/2014/main" id="{EC5E956F-AE6D-37A8-BA3C-D5E63CD4E4F9}"/>
                  </a:ext>
                </a:extLst>
              </p:cNvPr>
              <p:cNvSpPr txBox="1">
                <a:spLocks noRot="1" noChangeAspect="1" noMove="1" noResize="1" noEditPoints="1" noAdjustHandles="1" noChangeArrowheads="1" noChangeShapeType="1" noTextEdit="1"/>
              </p:cNvSpPr>
              <p:nvPr/>
            </p:nvSpPr>
            <p:spPr>
              <a:xfrm>
                <a:off x="6349614" y="3651196"/>
                <a:ext cx="1271695" cy="553998"/>
              </a:xfrm>
              <a:prstGeom prst="rect">
                <a:avLst/>
              </a:prstGeom>
              <a:blipFill>
                <a:blip r:embed="rId6"/>
                <a:stretch>
                  <a:fillRect/>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28" name="textruta 27">
                <a:extLst>
                  <a:ext uri="{FF2B5EF4-FFF2-40B4-BE49-F238E27FC236}">
                    <a16:creationId xmlns:a16="http://schemas.microsoft.com/office/drawing/2014/main" id="{5BF1526C-A2FF-DC38-E3C1-6F08C14C1D88}"/>
                  </a:ext>
                </a:extLst>
              </p:cNvPr>
              <p:cNvSpPr txBox="1"/>
              <p:nvPr/>
            </p:nvSpPr>
            <p:spPr>
              <a:xfrm>
                <a:off x="9328342" y="5989304"/>
                <a:ext cx="2119619" cy="738664"/>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2400" b="0" i="1" smtClean="0">
                          <a:solidFill>
                            <a:schemeClr val="bg1"/>
                          </a:solidFill>
                          <a:latin typeface="Cambria Math" panose="02040503050406030204" pitchFamily="18" charset="0"/>
                        </a:rPr>
                        <m:t>𝑍</m:t>
                      </m:r>
                      <m:r>
                        <a:rPr lang="en-US" sz="2400" b="0" i="1" smtClean="0">
                          <a:solidFill>
                            <a:schemeClr val="bg1"/>
                          </a:solidFill>
                          <a:latin typeface="Cambria Math" panose="02040503050406030204" pitchFamily="18" charset="0"/>
                        </a:rPr>
                        <m:t>=</m:t>
                      </m:r>
                      <m:sSub>
                        <m:sSubPr>
                          <m:ctrlPr>
                            <a:rPr lang="en-US" sz="2400" i="1" smtClean="0">
                              <a:solidFill>
                                <a:schemeClr val="bg1"/>
                              </a:solidFill>
                              <a:latin typeface="Cambria Math" panose="02040503050406030204" pitchFamily="18" charset="0"/>
                            </a:rPr>
                          </m:ctrlPr>
                        </m:sSubPr>
                        <m:e>
                          <m:r>
                            <a:rPr lang="en-US" sz="2400" i="1">
                              <a:solidFill>
                                <a:schemeClr val="bg1"/>
                              </a:solidFill>
                              <a:latin typeface="Cambria Math" panose="02040503050406030204" pitchFamily="18" charset="0"/>
                            </a:rPr>
                            <m:t>𝑊</m:t>
                          </m:r>
                        </m:e>
                        <m:sub>
                          <m:r>
                            <a:rPr lang="en-US" sz="2400" i="1">
                              <a:solidFill>
                                <a:schemeClr val="bg1"/>
                              </a:solidFill>
                              <a:latin typeface="Cambria Math" panose="02040503050406030204" pitchFamily="18" charset="0"/>
                            </a:rPr>
                            <m:t>1</m:t>
                          </m:r>
                        </m:sub>
                      </m:sSub>
                      <m:r>
                        <a:rPr lang="en-US" sz="2400" i="1">
                          <a:solidFill>
                            <a:schemeClr val="bg1"/>
                          </a:solidFill>
                          <a:latin typeface="Cambria Math" panose="02040503050406030204" pitchFamily="18" charset="0"/>
                        </a:rPr>
                        <m:t>+</m:t>
                      </m:r>
                      <m:sSub>
                        <m:sSubPr>
                          <m:ctrlPr>
                            <a:rPr lang="en-US" sz="2400" i="1">
                              <a:solidFill>
                                <a:schemeClr val="bg1"/>
                              </a:solidFill>
                              <a:latin typeface="Cambria Math" panose="02040503050406030204" pitchFamily="18" charset="0"/>
                            </a:rPr>
                          </m:ctrlPr>
                        </m:sSubPr>
                        <m:e>
                          <m:r>
                            <a:rPr lang="en-US" sz="2400" i="1">
                              <a:solidFill>
                                <a:schemeClr val="bg1"/>
                              </a:solidFill>
                              <a:latin typeface="Cambria Math" panose="02040503050406030204" pitchFamily="18" charset="0"/>
                            </a:rPr>
                            <m:t>𝑊</m:t>
                          </m:r>
                        </m:e>
                        <m:sub>
                          <m:r>
                            <a:rPr lang="en-US" sz="2400" i="1">
                              <a:solidFill>
                                <a:schemeClr val="bg1"/>
                              </a:solidFill>
                              <a:latin typeface="Cambria Math" panose="02040503050406030204" pitchFamily="18" charset="0"/>
                            </a:rPr>
                            <m:t>2</m:t>
                          </m:r>
                        </m:sub>
                      </m:sSub>
                      <m:sSub>
                        <m:sSubPr>
                          <m:ctrlPr>
                            <a:rPr lang="en-US" sz="2400" i="1">
                              <a:solidFill>
                                <a:schemeClr val="bg1"/>
                              </a:solidFill>
                              <a:latin typeface="Cambria Math" panose="02040503050406030204" pitchFamily="18" charset="0"/>
                            </a:rPr>
                          </m:ctrlPr>
                        </m:sSubPr>
                        <m:e>
                          <m:r>
                            <a:rPr lang="en-US" sz="2400" i="1">
                              <a:solidFill>
                                <a:schemeClr val="bg1"/>
                              </a:solidFill>
                              <a:latin typeface="Cambria Math" panose="02040503050406030204" pitchFamily="18" charset="0"/>
                            </a:rPr>
                            <m:t>𝑋</m:t>
                          </m:r>
                        </m:e>
                        <m:sub>
                          <m:r>
                            <a:rPr lang="en-US" sz="2400" i="1">
                              <a:solidFill>
                                <a:schemeClr val="bg1"/>
                              </a:solidFill>
                              <a:latin typeface="Cambria Math" panose="02040503050406030204" pitchFamily="18" charset="0"/>
                            </a:rPr>
                            <m:t>1</m:t>
                          </m:r>
                        </m:sub>
                      </m:sSub>
                    </m:oMath>
                  </m:oMathPara>
                </a14:m>
                <a:endParaRPr lang="en-SE" sz="2400" dirty="0">
                  <a:solidFill>
                    <a:schemeClr val="bg1"/>
                  </a:solidFill>
                </a:endParaRPr>
              </a:p>
              <a:p>
                <a:endParaRPr lang="en-SE" sz="2400" dirty="0">
                  <a:solidFill>
                    <a:schemeClr val="bg1"/>
                  </a:solidFill>
                </a:endParaRPr>
              </a:p>
            </p:txBody>
          </p:sp>
        </mc:Choice>
        <mc:Fallback>
          <p:sp>
            <p:nvSpPr>
              <p:cNvPr id="28" name="textruta 27">
                <a:extLst>
                  <a:ext uri="{FF2B5EF4-FFF2-40B4-BE49-F238E27FC236}">
                    <a16:creationId xmlns:a16="http://schemas.microsoft.com/office/drawing/2014/main" id="{5BF1526C-A2FF-DC38-E3C1-6F08C14C1D88}"/>
                  </a:ext>
                </a:extLst>
              </p:cNvPr>
              <p:cNvSpPr txBox="1">
                <a:spLocks noRot="1" noChangeAspect="1" noMove="1" noResize="1" noEditPoints="1" noAdjustHandles="1" noChangeArrowheads="1" noChangeShapeType="1" noTextEdit="1"/>
              </p:cNvSpPr>
              <p:nvPr/>
            </p:nvSpPr>
            <p:spPr>
              <a:xfrm>
                <a:off x="9328342" y="5989304"/>
                <a:ext cx="2119619" cy="738664"/>
              </a:xfrm>
              <a:prstGeom prst="rect">
                <a:avLst/>
              </a:prstGeom>
              <a:blipFill>
                <a:blip r:embed="rId7"/>
                <a:stretch>
                  <a:fillRect l="-2874" r="-862"/>
                </a:stretch>
              </a:blipFill>
            </p:spPr>
            <p:txBody>
              <a:bodyPr/>
              <a:lstStyle/>
              <a:p>
                <a:r>
                  <a:rPr lang="en-SE">
                    <a:noFill/>
                  </a:rPr>
                  <a:t> </a:t>
                </a:r>
              </a:p>
            </p:txBody>
          </p:sp>
        </mc:Fallback>
      </mc:AlternateContent>
    </p:spTree>
    <p:extLst>
      <p:ext uri="{BB962C8B-B14F-4D97-AF65-F5344CB8AC3E}">
        <p14:creationId xmlns:p14="http://schemas.microsoft.com/office/powerpoint/2010/main" val="3540087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240DC-9A16-2EE5-006A-DEC7DFAF2F27}"/>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D315776A-E8AC-96DE-713B-69C167CB9B5F}"/>
              </a:ext>
            </a:extLst>
          </p:cNvPr>
          <p:cNvSpPr txBox="1"/>
          <p:nvPr/>
        </p:nvSpPr>
        <p:spPr>
          <a:xfrm>
            <a:off x="2598157" y="122735"/>
            <a:ext cx="6995762" cy="830997"/>
          </a:xfrm>
          <a:prstGeom prst="rect">
            <a:avLst/>
          </a:prstGeom>
          <a:noFill/>
        </p:spPr>
        <p:txBody>
          <a:bodyPr wrap="none" rtlCol="0">
            <a:spAutoFit/>
          </a:bodyPr>
          <a:lstStyle/>
          <a:p>
            <a:pPr algn="ctr"/>
            <a:r>
              <a:rPr lang="sv-SE" sz="4800" noProof="0" dirty="0">
                <a:solidFill>
                  <a:schemeClr val="bg1"/>
                </a:solidFill>
              </a:rPr>
              <a:t>Ett nätverk består av lager</a:t>
            </a:r>
          </a:p>
        </p:txBody>
      </p:sp>
      <p:sp>
        <p:nvSpPr>
          <p:cNvPr id="4" name="Ellips 3">
            <a:extLst>
              <a:ext uri="{FF2B5EF4-FFF2-40B4-BE49-F238E27FC236}">
                <a16:creationId xmlns:a16="http://schemas.microsoft.com/office/drawing/2014/main" id="{8404B374-E1CF-D2FD-4411-0764AE54C286}"/>
              </a:ext>
            </a:extLst>
          </p:cNvPr>
          <p:cNvSpPr/>
          <p:nvPr/>
        </p:nvSpPr>
        <p:spPr>
          <a:xfrm>
            <a:off x="2143299" y="2071255"/>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5" name="Ellips 4">
            <a:extLst>
              <a:ext uri="{FF2B5EF4-FFF2-40B4-BE49-F238E27FC236}">
                <a16:creationId xmlns:a16="http://schemas.microsoft.com/office/drawing/2014/main" id="{4015DEB2-A8A8-3DCC-8D74-BDA442CDE46E}"/>
              </a:ext>
            </a:extLst>
          </p:cNvPr>
          <p:cNvSpPr/>
          <p:nvPr/>
        </p:nvSpPr>
        <p:spPr>
          <a:xfrm>
            <a:off x="2143299" y="2988426"/>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6" name="Ellips 5">
            <a:extLst>
              <a:ext uri="{FF2B5EF4-FFF2-40B4-BE49-F238E27FC236}">
                <a16:creationId xmlns:a16="http://schemas.microsoft.com/office/drawing/2014/main" id="{B03F4116-F01F-5DF9-FAC1-DE95397E721F}"/>
              </a:ext>
            </a:extLst>
          </p:cNvPr>
          <p:cNvSpPr/>
          <p:nvPr/>
        </p:nvSpPr>
        <p:spPr>
          <a:xfrm>
            <a:off x="2143299" y="3905597"/>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7" name="Ellips 6">
            <a:extLst>
              <a:ext uri="{FF2B5EF4-FFF2-40B4-BE49-F238E27FC236}">
                <a16:creationId xmlns:a16="http://schemas.microsoft.com/office/drawing/2014/main" id="{9FC1ABBD-04CF-A55D-759E-A707A4821BF1}"/>
              </a:ext>
            </a:extLst>
          </p:cNvPr>
          <p:cNvSpPr/>
          <p:nvPr/>
        </p:nvSpPr>
        <p:spPr>
          <a:xfrm>
            <a:off x="4565073" y="1625139"/>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8" name="Ellips 7">
            <a:extLst>
              <a:ext uri="{FF2B5EF4-FFF2-40B4-BE49-F238E27FC236}">
                <a16:creationId xmlns:a16="http://schemas.microsoft.com/office/drawing/2014/main" id="{77A80611-1497-F26C-459A-50E6ED7BB121}"/>
              </a:ext>
            </a:extLst>
          </p:cNvPr>
          <p:cNvSpPr/>
          <p:nvPr/>
        </p:nvSpPr>
        <p:spPr>
          <a:xfrm>
            <a:off x="4565073" y="2542310"/>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9" name="Ellips 8">
            <a:extLst>
              <a:ext uri="{FF2B5EF4-FFF2-40B4-BE49-F238E27FC236}">
                <a16:creationId xmlns:a16="http://schemas.microsoft.com/office/drawing/2014/main" id="{D7B7396D-F880-CF31-EB20-A7593ED7BF6A}"/>
              </a:ext>
            </a:extLst>
          </p:cNvPr>
          <p:cNvSpPr/>
          <p:nvPr/>
        </p:nvSpPr>
        <p:spPr>
          <a:xfrm>
            <a:off x="4565073" y="3459481"/>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0" name="Ellips 9">
            <a:extLst>
              <a:ext uri="{FF2B5EF4-FFF2-40B4-BE49-F238E27FC236}">
                <a16:creationId xmlns:a16="http://schemas.microsoft.com/office/drawing/2014/main" id="{4DD3A8A0-0F05-3468-46BA-E0C43E6ACFD9}"/>
              </a:ext>
            </a:extLst>
          </p:cNvPr>
          <p:cNvSpPr/>
          <p:nvPr/>
        </p:nvSpPr>
        <p:spPr>
          <a:xfrm>
            <a:off x="4565073" y="4376652"/>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1" name="Ellips 10">
            <a:extLst>
              <a:ext uri="{FF2B5EF4-FFF2-40B4-BE49-F238E27FC236}">
                <a16:creationId xmlns:a16="http://schemas.microsoft.com/office/drawing/2014/main" id="{E83D4CF9-137F-ACDE-DAE3-92753A1D6305}"/>
              </a:ext>
            </a:extLst>
          </p:cNvPr>
          <p:cNvSpPr/>
          <p:nvPr/>
        </p:nvSpPr>
        <p:spPr>
          <a:xfrm>
            <a:off x="6986847" y="1625139"/>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2" name="Ellips 11">
            <a:extLst>
              <a:ext uri="{FF2B5EF4-FFF2-40B4-BE49-F238E27FC236}">
                <a16:creationId xmlns:a16="http://schemas.microsoft.com/office/drawing/2014/main" id="{995ECB48-7224-B4E6-B04E-2304B3AF4296}"/>
              </a:ext>
            </a:extLst>
          </p:cNvPr>
          <p:cNvSpPr/>
          <p:nvPr/>
        </p:nvSpPr>
        <p:spPr>
          <a:xfrm>
            <a:off x="6986847" y="2542310"/>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3" name="Ellips 12">
            <a:extLst>
              <a:ext uri="{FF2B5EF4-FFF2-40B4-BE49-F238E27FC236}">
                <a16:creationId xmlns:a16="http://schemas.microsoft.com/office/drawing/2014/main" id="{271DDC6E-2AC8-6F24-A40F-B9D79BBECD44}"/>
              </a:ext>
            </a:extLst>
          </p:cNvPr>
          <p:cNvSpPr/>
          <p:nvPr/>
        </p:nvSpPr>
        <p:spPr>
          <a:xfrm>
            <a:off x="6986847" y="3459481"/>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4" name="Ellips 13">
            <a:extLst>
              <a:ext uri="{FF2B5EF4-FFF2-40B4-BE49-F238E27FC236}">
                <a16:creationId xmlns:a16="http://schemas.microsoft.com/office/drawing/2014/main" id="{4B740D90-F68F-0FD8-D96A-31ABFB3A94E2}"/>
              </a:ext>
            </a:extLst>
          </p:cNvPr>
          <p:cNvSpPr/>
          <p:nvPr/>
        </p:nvSpPr>
        <p:spPr>
          <a:xfrm>
            <a:off x="6986847" y="4376652"/>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5" name="Ellips 14">
            <a:extLst>
              <a:ext uri="{FF2B5EF4-FFF2-40B4-BE49-F238E27FC236}">
                <a16:creationId xmlns:a16="http://schemas.microsoft.com/office/drawing/2014/main" id="{5466966D-5CCF-B927-30AB-8C348FC2F452}"/>
              </a:ext>
            </a:extLst>
          </p:cNvPr>
          <p:cNvSpPr/>
          <p:nvPr/>
        </p:nvSpPr>
        <p:spPr>
          <a:xfrm>
            <a:off x="9408621" y="2988426"/>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cxnSp>
        <p:nvCxnSpPr>
          <p:cNvPr id="21" name="Rak pilkoppling 20">
            <a:extLst>
              <a:ext uri="{FF2B5EF4-FFF2-40B4-BE49-F238E27FC236}">
                <a16:creationId xmlns:a16="http://schemas.microsoft.com/office/drawing/2014/main" id="{6D0EF3C6-9F67-2F2C-AAE9-7F55D99FD021}"/>
              </a:ext>
            </a:extLst>
          </p:cNvPr>
          <p:cNvCxnSpPr>
            <a:stCxn id="4" idx="6"/>
            <a:endCxn id="7" idx="2"/>
          </p:cNvCxnSpPr>
          <p:nvPr/>
        </p:nvCxnSpPr>
        <p:spPr>
          <a:xfrm flipV="1">
            <a:off x="2783379" y="1945179"/>
            <a:ext cx="1781694" cy="4461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Rak pilkoppling 22">
            <a:extLst>
              <a:ext uri="{FF2B5EF4-FFF2-40B4-BE49-F238E27FC236}">
                <a16:creationId xmlns:a16="http://schemas.microsoft.com/office/drawing/2014/main" id="{772EBCA4-8FC7-1F24-CE96-46B13AFC5121}"/>
              </a:ext>
            </a:extLst>
          </p:cNvPr>
          <p:cNvCxnSpPr>
            <a:stCxn id="4" idx="6"/>
            <a:endCxn id="8" idx="2"/>
          </p:cNvCxnSpPr>
          <p:nvPr/>
        </p:nvCxnSpPr>
        <p:spPr>
          <a:xfrm>
            <a:off x="2783379" y="2391295"/>
            <a:ext cx="1781694" cy="4710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Rak pilkoppling 24">
            <a:extLst>
              <a:ext uri="{FF2B5EF4-FFF2-40B4-BE49-F238E27FC236}">
                <a16:creationId xmlns:a16="http://schemas.microsoft.com/office/drawing/2014/main" id="{03E97263-700D-0D7C-E5AE-42D401276C37}"/>
              </a:ext>
            </a:extLst>
          </p:cNvPr>
          <p:cNvCxnSpPr>
            <a:stCxn id="4" idx="6"/>
            <a:endCxn id="9" idx="2"/>
          </p:cNvCxnSpPr>
          <p:nvPr/>
        </p:nvCxnSpPr>
        <p:spPr>
          <a:xfrm>
            <a:off x="2783379" y="2391295"/>
            <a:ext cx="1781694" cy="13882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Rak pilkoppling 26">
            <a:extLst>
              <a:ext uri="{FF2B5EF4-FFF2-40B4-BE49-F238E27FC236}">
                <a16:creationId xmlns:a16="http://schemas.microsoft.com/office/drawing/2014/main" id="{325AB969-E8B5-A6B4-6B2D-FA2408E3C0CE}"/>
              </a:ext>
            </a:extLst>
          </p:cNvPr>
          <p:cNvCxnSpPr>
            <a:stCxn id="4" idx="6"/>
            <a:endCxn id="10" idx="2"/>
          </p:cNvCxnSpPr>
          <p:nvPr/>
        </p:nvCxnSpPr>
        <p:spPr>
          <a:xfrm>
            <a:off x="2783379" y="2391295"/>
            <a:ext cx="1781694" cy="23053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Rak pilkoppling 28">
            <a:extLst>
              <a:ext uri="{FF2B5EF4-FFF2-40B4-BE49-F238E27FC236}">
                <a16:creationId xmlns:a16="http://schemas.microsoft.com/office/drawing/2014/main" id="{35138B41-F397-33B9-2DF7-00F1F9F243E0}"/>
              </a:ext>
            </a:extLst>
          </p:cNvPr>
          <p:cNvCxnSpPr>
            <a:stCxn id="5" idx="6"/>
            <a:endCxn id="7" idx="2"/>
          </p:cNvCxnSpPr>
          <p:nvPr/>
        </p:nvCxnSpPr>
        <p:spPr>
          <a:xfrm flipV="1">
            <a:off x="2783379" y="1945179"/>
            <a:ext cx="1781694" cy="13632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Rak pilkoppling 30">
            <a:extLst>
              <a:ext uri="{FF2B5EF4-FFF2-40B4-BE49-F238E27FC236}">
                <a16:creationId xmlns:a16="http://schemas.microsoft.com/office/drawing/2014/main" id="{8AF7FD5C-9835-86D6-25EE-111EF5479F58}"/>
              </a:ext>
            </a:extLst>
          </p:cNvPr>
          <p:cNvCxnSpPr>
            <a:stCxn id="5" idx="6"/>
            <a:endCxn id="8" idx="2"/>
          </p:cNvCxnSpPr>
          <p:nvPr/>
        </p:nvCxnSpPr>
        <p:spPr>
          <a:xfrm flipV="1">
            <a:off x="2783379" y="2862350"/>
            <a:ext cx="1781694" cy="4461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Rak pilkoppling 32">
            <a:extLst>
              <a:ext uri="{FF2B5EF4-FFF2-40B4-BE49-F238E27FC236}">
                <a16:creationId xmlns:a16="http://schemas.microsoft.com/office/drawing/2014/main" id="{EE97E667-A774-37A5-3BE4-B1EC465FB5A1}"/>
              </a:ext>
            </a:extLst>
          </p:cNvPr>
          <p:cNvCxnSpPr>
            <a:stCxn id="5" idx="6"/>
            <a:endCxn id="9" idx="2"/>
          </p:cNvCxnSpPr>
          <p:nvPr/>
        </p:nvCxnSpPr>
        <p:spPr>
          <a:xfrm>
            <a:off x="2783379" y="3308466"/>
            <a:ext cx="1781694" cy="4710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Rak pilkoppling 34">
            <a:extLst>
              <a:ext uri="{FF2B5EF4-FFF2-40B4-BE49-F238E27FC236}">
                <a16:creationId xmlns:a16="http://schemas.microsoft.com/office/drawing/2014/main" id="{6D136563-885C-36D2-7ED7-5D8498632A88}"/>
              </a:ext>
            </a:extLst>
          </p:cNvPr>
          <p:cNvCxnSpPr>
            <a:stCxn id="5" idx="6"/>
            <a:endCxn id="10" idx="2"/>
          </p:cNvCxnSpPr>
          <p:nvPr/>
        </p:nvCxnSpPr>
        <p:spPr>
          <a:xfrm>
            <a:off x="2783379" y="3308466"/>
            <a:ext cx="1781694" cy="13882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Rak pilkoppling 36">
            <a:extLst>
              <a:ext uri="{FF2B5EF4-FFF2-40B4-BE49-F238E27FC236}">
                <a16:creationId xmlns:a16="http://schemas.microsoft.com/office/drawing/2014/main" id="{21B429D7-DA90-6B7D-55E1-C2E52D18D5A6}"/>
              </a:ext>
            </a:extLst>
          </p:cNvPr>
          <p:cNvCxnSpPr>
            <a:stCxn id="6" idx="6"/>
            <a:endCxn id="7" idx="2"/>
          </p:cNvCxnSpPr>
          <p:nvPr/>
        </p:nvCxnSpPr>
        <p:spPr>
          <a:xfrm flipV="1">
            <a:off x="2783379" y="1945179"/>
            <a:ext cx="1781694" cy="22804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Rak pilkoppling 38">
            <a:extLst>
              <a:ext uri="{FF2B5EF4-FFF2-40B4-BE49-F238E27FC236}">
                <a16:creationId xmlns:a16="http://schemas.microsoft.com/office/drawing/2014/main" id="{8283B91F-A519-92EB-0AEA-3AE767F2A3D5}"/>
              </a:ext>
            </a:extLst>
          </p:cNvPr>
          <p:cNvCxnSpPr>
            <a:stCxn id="6" idx="6"/>
            <a:endCxn id="8" idx="2"/>
          </p:cNvCxnSpPr>
          <p:nvPr/>
        </p:nvCxnSpPr>
        <p:spPr>
          <a:xfrm flipV="1">
            <a:off x="2783379" y="2862350"/>
            <a:ext cx="1781694" cy="13632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Rak pilkoppling 40">
            <a:extLst>
              <a:ext uri="{FF2B5EF4-FFF2-40B4-BE49-F238E27FC236}">
                <a16:creationId xmlns:a16="http://schemas.microsoft.com/office/drawing/2014/main" id="{26D67AAE-44C3-51EE-B15F-1D7410C7E799}"/>
              </a:ext>
            </a:extLst>
          </p:cNvPr>
          <p:cNvCxnSpPr>
            <a:stCxn id="6" idx="6"/>
            <a:endCxn id="9" idx="2"/>
          </p:cNvCxnSpPr>
          <p:nvPr/>
        </p:nvCxnSpPr>
        <p:spPr>
          <a:xfrm flipV="1">
            <a:off x="2783379" y="3779521"/>
            <a:ext cx="1781694" cy="4461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 name="Rak pilkoppling 42">
            <a:extLst>
              <a:ext uri="{FF2B5EF4-FFF2-40B4-BE49-F238E27FC236}">
                <a16:creationId xmlns:a16="http://schemas.microsoft.com/office/drawing/2014/main" id="{DA483C76-268C-C679-EFB8-6DFDC7A6523F}"/>
              </a:ext>
            </a:extLst>
          </p:cNvPr>
          <p:cNvCxnSpPr>
            <a:stCxn id="6" idx="6"/>
            <a:endCxn id="10" idx="2"/>
          </p:cNvCxnSpPr>
          <p:nvPr/>
        </p:nvCxnSpPr>
        <p:spPr>
          <a:xfrm>
            <a:off x="2783379" y="4225637"/>
            <a:ext cx="1781694" cy="4710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Rak pilkoppling 44">
            <a:extLst>
              <a:ext uri="{FF2B5EF4-FFF2-40B4-BE49-F238E27FC236}">
                <a16:creationId xmlns:a16="http://schemas.microsoft.com/office/drawing/2014/main" id="{48DB4D24-B149-EF3B-C6AA-29530939AC05}"/>
              </a:ext>
            </a:extLst>
          </p:cNvPr>
          <p:cNvCxnSpPr>
            <a:stCxn id="7" idx="6"/>
            <a:endCxn id="11" idx="2"/>
          </p:cNvCxnSpPr>
          <p:nvPr/>
        </p:nvCxnSpPr>
        <p:spPr>
          <a:xfrm>
            <a:off x="5205153" y="1945179"/>
            <a:ext cx="178169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Rak pilkoppling 46">
            <a:extLst>
              <a:ext uri="{FF2B5EF4-FFF2-40B4-BE49-F238E27FC236}">
                <a16:creationId xmlns:a16="http://schemas.microsoft.com/office/drawing/2014/main" id="{DF9731A2-28EF-2D17-9548-28F33F4C4AA4}"/>
              </a:ext>
            </a:extLst>
          </p:cNvPr>
          <p:cNvCxnSpPr>
            <a:stCxn id="7" idx="6"/>
            <a:endCxn id="12" idx="2"/>
          </p:cNvCxnSpPr>
          <p:nvPr/>
        </p:nvCxnSpPr>
        <p:spPr>
          <a:xfrm>
            <a:off x="5205153" y="1945179"/>
            <a:ext cx="1781694" cy="9171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Rak pilkoppling 48">
            <a:extLst>
              <a:ext uri="{FF2B5EF4-FFF2-40B4-BE49-F238E27FC236}">
                <a16:creationId xmlns:a16="http://schemas.microsoft.com/office/drawing/2014/main" id="{166E7A0E-424A-9CD4-FEFC-11C632F2A597}"/>
              </a:ext>
            </a:extLst>
          </p:cNvPr>
          <p:cNvCxnSpPr>
            <a:stCxn id="7" idx="6"/>
            <a:endCxn id="13" idx="2"/>
          </p:cNvCxnSpPr>
          <p:nvPr/>
        </p:nvCxnSpPr>
        <p:spPr>
          <a:xfrm>
            <a:off x="5205153" y="1945179"/>
            <a:ext cx="1781694" cy="18343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1" name="Rak pilkoppling 50">
            <a:extLst>
              <a:ext uri="{FF2B5EF4-FFF2-40B4-BE49-F238E27FC236}">
                <a16:creationId xmlns:a16="http://schemas.microsoft.com/office/drawing/2014/main" id="{33FA3FD2-A43F-B68F-7024-3EB348C5ABE8}"/>
              </a:ext>
            </a:extLst>
          </p:cNvPr>
          <p:cNvCxnSpPr>
            <a:stCxn id="7" idx="6"/>
            <a:endCxn id="14" idx="2"/>
          </p:cNvCxnSpPr>
          <p:nvPr/>
        </p:nvCxnSpPr>
        <p:spPr>
          <a:xfrm>
            <a:off x="5205153" y="1945179"/>
            <a:ext cx="1781694" cy="27515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Rak pilkoppling 52">
            <a:extLst>
              <a:ext uri="{FF2B5EF4-FFF2-40B4-BE49-F238E27FC236}">
                <a16:creationId xmlns:a16="http://schemas.microsoft.com/office/drawing/2014/main" id="{4F637B21-9CAC-BEF3-22D2-2C0ADCC663D6}"/>
              </a:ext>
            </a:extLst>
          </p:cNvPr>
          <p:cNvCxnSpPr>
            <a:stCxn id="8" idx="6"/>
            <a:endCxn id="11" idx="2"/>
          </p:cNvCxnSpPr>
          <p:nvPr/>
        </p:nvCxnSpPr>
        <p:spPr>
          <a:xfrm flipV="1">
            <a:off x="5205153" y="1945179"/>
            <a:ext cx="1781694" cy="9171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Rak pilkoppling 54">
            <a:extLst>
              <a:ext uri="{FF2B5EF4-FFF2-40B4-BE49-F238E27FC236}">
                <a16:creationId xmlns:a16="http://schemas.microsoft.com/office/drawing/2014/main" id="{6D060227-7372-4837-9B9E-36C78CD79199}"/>
              </a:ext>
            </a:extLst>
          </p:cNvPr>
          <p:cNvCxnSpPr>
            <a:stCxn id="8" idx="6"/>
            <a:endCxn id="12" idx="2"/>
          </p:cNvCxnSpPr>
          <p:nvPr/>
        </p:nvCxnSpPr>
        <p:spPr>
          <a:xfrm>
            <a:off x="5205153" y="2862350"/>
            <a:ext cx="178169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7" name="Rak pilkoppling 56">
            <a:extLst>
              <a:ext uri="{FF2B5EF4-FFF2-40B4-BE49-F238E27FC236}">
                <a16:creationId xmlns:a16="http://schemas.microsoft.com/office/drawing/2014/main" id="{07AF5EDB-7881-BE22-553D-BC70B1F0B293}"/>
              </a:ext>
            </a:extLst>
          </p:cNvPr>
          <p:cNvCxnSpPr>
            <a:stCxn id="8" idx="6"/>
            <a:endCxn id="13" idx="2"/>
          </p:cNvCxnSpPr>
          <p:nvPr/>
        </p:nvCxnSpPr>
        <p:spPr>
          <a:xfrm>
            <a:off x="5205153" y="2862350"/>
            <a:ext cx="1781694" cy="9171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Rak pilkoppling 58">
            <a:extLst>
              <a:ext uri="{FF2B5EF4-FFF2-40B4-BE49-F238E27FC236}">
                <a16:creationId xmlns:a16="http://schemas.microsoft.com/office/drawing/2014/main" id="{0136A1B3-1CD5-7356-4145-5356C0EA36B3}"/>
              </a:ext>
            </a:extLst>
          </p:cNvPr>
          <p:cNvCxnSpPr>
            <a:stCxn id="8" idx="6"/>
            <a:endCxn id="14" idx="2"/>
          </p:cNvCxnSpPr>
          <p:nvPr/>
        </p:nvCxnSpPr>
        <p:spPr>
          <a:xfrm>
            <a:off x="5205153" y="2862350"/>
            <a:ext cx="1781694" cy="18343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1" name="Rak pilkoppling 60">
            <a:extLst>
              <a:ext uri="{FF2B5EF4-FFF2-40B4-BE49-F238E27FC236}">
                <a16:creationId xmlns:a16="http://schemas.microsoft.com/office/drawing/2014/main" id="{F4DAD20D-97D7-E0F7-A36B-F1991BE22E1E}"/>
              </a:ext>
            </a:extLst>
          </p:cNvPr>
          <p:cNvCxnSpPr>
            <a:stCxn id="9" idx="6"/>
            <a:endCxn id="11" idx="2"/>
          </p:cNvCxnSpPr>
          <p:nvPr/>
        </p:nvCxnSpPr>
        <p:spPr>
          <a:xfrm flipV="1">
            <a:off x="5205153" y="1945179"/>
            <a:ext cx="1781694" cy="18343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3" name="Rak pilkoppling 62">
            <a:extLst>
              <a:ext uri="{FF2B5EF4-FFF2-40B4-BE49-F238E27FC236}">
                <a16:creationId xmlns:a16="http://schemas.microsoft.com/office/drawing/2014/main" id="{B58830EE-1060-6687-58FD-AA5F148AC680}"/>
              </a:ext>
            </a:extLst>
          </p:cNvPr>
          <p:cNvCxnSpPr>
            <a:stCxn id="9" idx="6"/>
            <a:endCxn id="12" idx="2"/>
          </p:cNvCxnSpPr>
          <p:nvPr/>
        </p:nvCxnSpPr>
        <p:spPr>
          <a:xfrm flipV="1">
            <a:off x="5205153" y="2862350"/>
            <a:ext cx="1781694" cy="9171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5" name="Rak pilkoppling 64">
            <a:extLst>
              <a:ext uri="{FF2B5EF4-FFF2-40B4-BE49-F238E27FC236}">
                <a16:creationId xmlns:a16="http://schemas.microsoft.com/office/drawing/2014/main" id="{E398F7F3-6264-9947-EFDB-8FFDD458C843}"/>
              </a:ext>
            </a:extLst>
          </p:cNvPr>
          <p:cNvCxnSpPr>
            <a:stCxn id="9" idx="6"/>
            <a:endCxn id="13" idx="2"/>
          </p:cNvCxnSpPr>
          <p:nvPr/>
        </p:nvCxnSpPr>
        <p:spPr>
          <a:xfrm>
            <a:off x="5205153" y="3779521"/>
            <a:ext cx="178169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7" name="Rak pilkoppling 66">
            <a:extLst>
              <a:ext uri="{FF2B5EF4-FFF2-40B4-BE49-F238E27FC236}">
                <a16:creationId xmlns:a16="http://schemas.microsoft.com/office/drawing/2014/main" id="{9FB7EBEE-6E1D-05EF-112D-8BD2297671E5}"/>
              </a:ext>
            </a:extLst>
          </p:cNvPr>
          <p:cNvCxnSpPr>
            <a:stCxn id="9" idx="6"/>
            <a:endCxn id="14" idx="2"/>
          </p:cNvCxnSpPr>
          <p:nvPr/>
        </p:nvCxnSpPr>
        <p:spPr>
          <a:xfrm>
            <a:off x="5205153" y="3779521"/>
            <a:ext cx="1781694" cy="9171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9" name="Rak pilkoppling 68">
            <a:extLst>
              <a:ext uri="{FF2B5EF4-FFF2-40B4-BE49-F238E27FC236}">
                <a16:creationId xmlns:a16="http://schemas.microsoft.com/office/drawing/2014/main" id="{D3D5FB7C-BCB9-CA75-5596-F13FB0A6CDC3}"/>
              </a:ext>
            </a:extLst>
          </p:cNvPr>
          <p:cNvCxnSpPr>
            <a:stCxn id="10" idx="6"/>
            <a:endCxn id="11" idx="2"/>
          </p:cNvCxnSpPr>
          <p:nvPr/>
        </p:nvCxnSpPr>
        <p:spPr>
          <a:xfrm flipV="1">
            <a:off x="5205153" y="1945179"/>
            <a:ext cx="1781694" cy="27515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1" name="Rak pilkoppling 70">
            <a:extLst>
              <a:ext uri="{FF2B5EF4-FFF2-40B4-BE49-F238E27FC236}">
                <a16:creationId xmlns:a16="http://schemas.microsoft.com/office/drawing/2014/main" id="{1D2C9A61-842C-B406-BA4F-79A43EE62B9B}"/>
              </a:ext>
            </a:extLst>
          </p:cNvPr>
          <p:cNvCxnSpPr>
            <a:stCxn id="10" idx="6"/>
            <a:endCxn id="12" idx="2"/>
          </p:cNvCxnSpPr>
          <p:nvPr/>
        </p:nvCxnSpPr>
        <p:spPr>
          <a:xfrm flipV="1">
            <a:off x="5205153" y="2862350"/>
            <a:ext cx="1781694" cy="18343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3" name="Rak pilkoppling 72">
            <a:extLst>
              <a:ext uri="{FF2B5EF4-FFF2-40B4-BE49-F238E27FC236}">
                <a16:creationId xmlns:a16="http://schemas.microsoft.com/office/drawing/2014/main" id="{1783C82E-D30E-2417-8C4B-2E282C9A3194}"/>
              </a:ext>
            </a:extLst>
          </p:cNvPr>
          <p:cNvCxnSpPr>
            <a:cxnSpLocks/>
            <a:stCxn id="10" idx="6"/>
            <a:endCxn id="13" idx="2"/>
          </p:cNvCxnSpPr>
          <p:nvPr/>
        </p:nvCxnSpPr>
        <p:spPr>
          <a:xfrm flipV="1">
            <a:off x="5205153" y="3779521"/>
            <a:ext cx="1781694" cy="9171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5" name="Rak pilkoppling 74">
            <a:extLst>
              <a:ext uri="{FF2B5EF4-FFF2-40B4-BE49-F238E27FC236}">
                <a16:creationId xmlns:a16="http://schemas.microsoft.com/office/drawing/2014/main" id="{B3063905-93AE-BEAC-103B-07DDF6AFDD6B}"/>
              </a:ext>
            </a:extLst>
          </p:cNvPr>
          <p:cNvCxnSpPr>
            <a:stCxn id="10" idx="6"/>
            <a:endCxn id="14" idx="2"/>
          </p:cNvCxnSpPr>
          <p:nvPr/>
        </p:nvCxnSpPr>
        <p:spPr>
          <a:xfrm>
            <a:off x="5205153" y="4696692"/>
            <a:ext cx="178169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8" name="Rak pilkoppling 77">
            <a:extLst>
              <a:ext uri="{FF2B5EF4-FFF2-40B4-BE49-F238E27FC236}">
                <a16:creationId xmlns:a16="http://schemas.microsoft.com/office/drawing/2014/main" id="{01300FAB-A94A-AC68-488F-BB2C15F6A394}"/>
              </a:ext>
            </a:extLst>
          </p:cNvPr>
          <p:cNvCxnSpPr>
            <a:stCxn id="11" idx="6"/>
            <a:endCxn id="15" idx="2"/>
          </p:cNvCxnSpPr>
          <p:nvPr/>
        </p:nvCxnSpPr>
        <p:spPr>
          <a:xfrm>
            <a:off x="7626927" y="1945179"/>
            <a:ext cx="1781694" cy="13632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0" name="Rak pilkoppling 79">
            <a:extLst>
              <a:ext uri="{FF2B5EF4-FFF2-40B4-BE49-F238E27FC236}">
                <a16:creationId xmlns:a16="http://schemas.microsoft.com/office/drawing/2014/main" id="{0539F0A1-4F1D-83C1-15AF-8A42701239E5}"/>
              </a:ext>
            </a:extLst>
          </p:cNvPr>
          <p:cNvCxnSpPr>
            <a:stCxn id="12" idx="6"/>
            <a:endCxn id="15" idx="2"/>
          </p:cNvCxnSpPr>
          <p:nvPr/>
        </p:nvCxnSpPr>
        <p:spPr>
          <a:xfrm>
            <a:off x="7626927" y="2862350"/>
            <a:ext cx="1781694" cy="4461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2" name="Rak pilkoppling 81">
            <a:extLst>
              <a:ext uri="{FF2B5EF4-FFF2-40B4-BE49-F238E27FC236}">
                <a16:creationId xmlns:a16="http://schemas.microsoft.com/office/drawing/2014/main" id="{DF761E13-C21B-E3A7-CD80-78DA50DAF2B7}"/>
              </a:ext>
            </a:extLst>
          </p:cNvPr>
          <p:cNvCxnSpPr>
            <a:stCxn id="13" idx="6"/>
            <a:endCxn id="15" idx="2"/>
          </p:cNvCxnSpPr>
          <p:nvPr/>
        </p:nvCxnSpPr>
        <p:spPr>
          <a:xfrm flipV="1">
            <a:off x="7626927" y="3308466"/>
            <a:ext cx="1781694" cy="4710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4" name="Rak pilkoppling 83">
            <a:extLst>
              <a:ext uri="{FF2B5EF4-FFF2-40B4-BE49-F238E27FC236}">
                <a16:creationId xmlns:a16="http://schemas.microsoft.com/office/drawing/2014/main" id="{FBCB97D3-E705-74F3-7133-045629EB0E1D}"/>
              </a:ext>
            </a:extLst>
          </p:cNvPr>
          <p:cNvCxnSpPr>
            <a:stCxn id="14" idx="6"/>
            <a:endCxn id="15" idx="2"/>
          </p:cNvCxnSpPr>
          <p:nvPr/>
        </p:nvCxnSpPr>
        <p:spPr>
          <a:xfrm flipV="1">
            <a:off x="7626927" y="3308466"/>
            <a:ext cx="1781694" cy="13882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3" name="textruta 172">
            <a:extLst>
              <a:ext uri="{FF2B5EF4-FFF2-40B4-BE49-F238E27FC236}">
                <a16:creationId xmlns:a16="http://schemas.microsoft.com/office/drawing/2014/main" id="{2FDF8FFD-9E6D-6FEA-81BA-A591A6AF6D1C}"/>
              </a:ext>
            </a:extLst>
          </p:cNvPr>
          <p:cNvSpPr txBox="1"/>
          <p:nvPr/>
        </p:nvSpPr>
        <p:spPr>
          <a:xfrm>
            <a:off x="1670558" y="4671753"/>
            <a:ext cx="1585562" cy="593047"/>
          </a:xfrm>
          <a:prstGeom prst="rect">
            <a:avLst/>
          </a:prstGeom>
          <a:noFill/>
        </p:spPr>
        <p:txBody>
          <a:bodyPr wrap="none" rtlCol="0">
            <a:spAutoFit/>
          </a:bodyPr>
          <a:lstStyle/>
          <a:p>
            <a:pPr algn="ctr">
              <a:lnSpc>
                <a:spcPct val="150000"/>
              </a:lnSpc>
            </a:pPr>
            <a:r>
              <a:rPr lang="sv-SE" sz="2400" noProof="0" dirty="0">
                <a:solidFill>
                  <a:schemeClr val="bg1"/>
                </a:solidFill>
              </a:rPr>
              <a:t>Input </a:t>
            </a:r>
            <a:r>
              <a:rPr lang="sv-SE" sz="2400" noProof="0" dirty="0" err="1">
                <a:solidFill>
                  <a:schemeClr val="bg1"/>
                </a:solidFill>
              </a:rPr>
              <a:t>layer</a:t>
            </a:r>
            <a:endParaRPr lang="sv-SE" sz="2400" noProof="0" dirty="0">
              <a:solidFill>
                <a:schemeClr val="bg1"/>
              </a:solidFill>
            </a:endParaRPr>
          </a:p>
        </p:txBody>
      </p:sp>
      <p:sp>
        <p:nvSpPr>
          <p:cNvPr id="174" name="textruta 173">
            <a:extLst>
              <a:ext uri="{FF2B5EF4-FFF2-40B4-BE49-F238E27FC236}">
                <a16:creationId xmlns:a16="http://schemas.microsoft.com/office/drawing/2014/main" id="{D108A80D-4C20-3EE5-F8B8-B241F5E38092}"/>
              </a:ext>
            </a:extLst>
          </p:cNvPr>
          <p:cNvSpPr txBox="1"/>
          <p:nvPr/>
        </p:nvSpPr>
        <p:spPr>
          <a:xfrm>
            <a:off x="3923218" y="5142807"/>
            <a:ext cx="1923796" cy="593047"/>
          </a:xfrm>
          <a:prstGeom prst="rect">
            <a:avLst/>
          </a:prstGeom>
          <a:noFill/>
        </p:spPr>
        <p:txBody>
          <a:bodyPr wrap="none" rtlCol="0">
            <a:spAutoFit/>
          </a:bodyPr>
          <a:lstStyle/>
          <a:p>
            <a:pPr algn="ctr">
              <a:lnSpc>
                <a:spcPct val="150000"/>
              </a:lnSpc>
            </a:pPr>
            <a:r>
              <a:rPr lang="sv-SE" sz="2400" noProof="0" dirty="0" err="1">
                <a:solidFill>
                  <a:schemeClr val="bg1"/>
                </a:solidFill>
              </a:rPr>
              <a:t>Hidden</a:t>
            </a:r>
            <a:r>
              <a:rPr lang="sv-SE" sz="2400" noProof="0" dirty="0">
                <a:solidFill>
                  <a:schemeClr val="bg1"/>
                </a:solidFill>
              </a:rPr>
              <a:t> </a:t>
            </a:r>
            <a:r>
              <a:rPr lang="sv-SE" sz="2400" noProof="0" dirty="0" err="1">
                <a:solidFill>
                  <a:schemeClr val="bg1"/>
                </a:solidFill>
              </a:rPr>
              <a:t>layer</a:t>
            </a:r>
            <a:endParaRPr lang="sv-SE" sz="2400" noProof="0" dirty="0">
              <a:solidFill>
                <a:schemeClr val="bg1"/>
              </a:solidFill>
            </a:endParaRPr>
          </a:p>
        </p:txBody>
      </p:sp>
      <p:sp>
        <p:nvSpPr>
          <p:cNvPr id="175" name="textruta 174">
            <a:extLst>
              <a:ext uri="{FF2B5EF4-FFF2-40B4-BE49-F238E27FC236}">
                <a16:creationId xmlns:a16="http://schemas.microsoft.com/office/drawing/2014/main" id="{BCE2321A-763B-6FE5-C9DD-557BF7D3D788}"/>
              </a:ext>
            </a:extLst>
          </p:cNvPr>
          <p:cNvSpPr txBox="1"/>
          <p:nvPr/>
        </p:nvSpPr>
        <p:spPr>
          <a:xfrm>
            <a:off x="6344989" y="5142807"/>
            <a:ext cx="1923796" cy="593047"/>
          </a:xfrm>
          <a:prstGeom prst="rect">
            <a:avLst/>
          </a:prstGeom>
          <a:noFill/>
        </p:spPr>
        <p:txBody>
          <a:bodyPr wrap="none" rtlCol="0">
            <a:spAutoFit/>
          </a:bodyPr>
          <a:lstStyle/>
          <a:p>
            <a:pPr algn="ctr">
              <a:lnSpc>
                <a:spcPct val="150000"/>
              </a:lnSpc>
            </a:pPr>
            <a:r>
              <a:rPr lang="sv-SE" sz="2400" noProof="0" dirty="0" err="1">
                <a:solidFill>
                  <a:schemeClr val="bg1"/>
                </a:solidFill>
              </a:rPr>
              <a:t>Hidden</a:t>
            </a:r>
            <a:r>
              <a:rPr lang="sv-SE" sz="2400" noProof="0" dirty="0">
                <a:solidFill>
                  <a:schemeClr val="bg1"/>
                </a:solidFill>
              </a:rPr>
              <a:t> </a:t>
            </a:r>
            <a:r>
              <a:rPr lang="sv-SE" sz="2400" noProof="0" dirty="0" err="1">
                <a:solidFill>
                  <a:schemeClr val="bg1"/>
                </a:solidFill>
              </a:rPr>
              <a:t>layer</a:t>
            </a:r>
            <a:endParaRPr lang="sv-SE" sz="2400" noProof="0" dirty="0">
              <a:solidFill>
                <a:schemeClr val="bg1"/>
              </a:solidFill>
            </a:endParaRPr>
          </a:p>
        </p:txBody>
      </p:sp>
      <p:sp>
        <p:nvSpPr>
          <p:cNvPr id="176" name="textruta 175">
            <a:extLst>
              <a:ext uri="{FF2B5EF4-FFF2-40B4-BE49-F238E27FC236}">
                <a16:creationId xmlns:a16="http://schemas.microsoft.com/office/drawing/2014/main" id="{8FFDF4E3-CB38-9D5F-363F-A368ED770457}"/>
              </a:ext>
            </a:extLst>
          </p:cNvPr>
          <p:cNvSpPr txBox="1"/>
          <p:nvPr/>
        </p:nvSpPr>
        <p:spPr>
          <a:xfrm>
            <a:off x="8812449" y="3758666"/>
            <a:ext cx="1832425" cy="593047"/>
          </a:xfrm>
          <a:prstGeom prst="rect">
            <a:avLst/>
          </a:prstGeom>
          <a:noFill/>
        </p:spPr>
        <p:txBody>
          <a:bodyPr wrap="none" rtlCol="0">
            <a:spAutoFit/>
          </a:bodyPr>
          <a:lstStyle/>
          <a:p>
            <a:pPr algn="ctr">
              <a:lnSpc>
                <a:spcPct val="150000"/>
              </a:lnSpc>
            </a:pPr>
            <a:r>
              <a:rPr lang="sv-SE" sz="2400" noProof="0" dirty="0">
                <a:solidFill>
                  <a:schemeClr val="bg1"/>
                </a:solidFill>
              </a:rPr>
              <a:t>Output </a:t>
            </a:r>
            <a:r>
              <a:rPr lang="sv-SE" sz="2400" noProof="0" dirty="0" err="1">
                <a:solidFill>
                  <a:schemeClr val="bg1"/>
                </a:solidFill>
              </a:rPr>
              <a:t>layer</a:t>
            </a:r>
            <a:endParaRPr lang="sv-SE" sz="2400" noProof="0" dirty="0">
              <a:solidFill>
                <a:schemeClr val="bg1"/>
              </a:solidFill>
            </a:endParaRPr>
          </a:p>
        </p:txBody>
      </p:sp>
      <mc:AlternateContent xmlns:mc="http://schemas.openxmlformats.org/markup-compatibility/2006">
        <mc:Choice xmlns:a14="http://schemas.microsoft.com/office/drawing/2010/main" Requires="a14">
          <p:sp>
            <p:nvSpPr>
              <p:cNvPr id="3" name="textruta 2">
                <a:extLst>
                  <a:ext uri="{FF2B5EF4-FFF2-40B4-BE49-F238E27FC236}">
                    <a16:creationId xmlns:a16="http://schemas.microsoft.com/office/drawing/2014/main" id="{65A2AED7-86C3-2543-10F9-4061A532CFEC}"/>
                  </a:ext>
                </a:extLst>
              </p:cNvPr>
              <p:cNvSpPr txBox="1"/>
              <p:nvPr/>
            </p:nvSpPr>
            <p:spPr>
              <a:xfrm>
                <a:off x="7058967" y="6181968"/>
                <a:ext cx="4828822" cy="36933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2400" i="1">
                          <a:solidFill>
                            <a:schemeClr val="bg1"/>
                          </a:solidFill>
                          <a:latin typeface="Cambria Math" panose="02040503050406030204" pitchFamily="18" charset="0"/>
                        </a:rPr>
                        <m:t>𝑧</m:t>
                      </m:r>
                      <m:r>
                        <a:rPr lang="en-US" sz="2400" i="1">
                          <a:solidFill>
                            <a:schemeClr val="bg1"/>
                          </a:solidFill>
                          <a:latin typeface="Cambria Math" panose="02040503050406030204" pitchFamily="18" charset="0"/>
                        </a:rPr>
                        <m:t> = </m:t>
                      </m:r>
                      <m:r>
                        <a:rPr lang="en-US" sz="2400" i="1">
                          <a:solidFill>
                            <a:schemeClr val="bg1"/>
                          </a:solidFill>
                          <a:latin typeface="Cambria Math" panose="02040503050406030204" pitchFamily="18" charset="0"/>
                        </a:rPr>
                        <m:t>𝑤</m:t>
                      </m:r>
                      <m:r>
                        <a:rPr lang="en-US" sz="2400" i="1">
                          <a:solidFill>
                            <a:schemeClr val="bg1"/>
                          </a:solidFill>
                          <a:latin typeface="Cambria Math" panose="02040503050406030204" pitchFamily="18" charset="0"/>
                        </a:rPr>
                        <m:t>₁</m:t>
                      </m:r>
                      <m:r>
                        <a:rPr lang="en-US" sz="2400" i="1">
                          <a:solidFill>
                            <a:schemeClr val="bg1"/>
                          </a:solidFill>
                          <a:latin typeface="Cambria Math" panose="02040503050406030204" pitchFamily="18" charset="0"/>
                        </a:rPr>
                        <m:t>𝑥</m:t>
                      </m:r>
                      <m:r>
                        <a:rPr lang="en-US" sz="2400" i="1">
                          <a:solidFill>
                            <a:schemeClr val="bg1"/>
                          </a:solidFill>
                          <a:latin typeface="Cambria Math" panose="02040503050406030204" pitchFamily="18" charset="0"/>
                        </a:rPr>
                        <m:t>₁</m:t>
                      </m:r>
                      <m:r>
                        <a:rPr lang="en-US" sz="2400" i="1">
                          <a:solidFill>
                            <a:schemeClr val="bg1"/>
                          </a:solidFill>
                          <a:latin typeface="Cambria Math" panose="02040503050406030204" pitchFamily="18" charset="0"/>
                        </a:rPr>
                        <m:t> + </m:t>
                      </m:r>
                      <m:r>
                        <a:rPr lang="en-US" sz="2400" i="1">
                          <a:solidFill>
                            <a:schemeClr val="bg1"/>
                          </a:solidFill>
                          <a:latin typeface="Cambria Math" panose="02040503050406030204" pitchFamily="18" charset="0"/>
                        </a:rPr>
                        <m:t>𝑤</m:t>
                      </m:r>
                      <m:r>
                        <a:rPr lang="en-US" sz="2400" i="1">
                          <a:solidFill>
                            <a:schemeClr val="bg1"/>
                          </a:solidFill>
                          <a:latin typeface="Cambria Math" panose="02040503050406030204" pitchFamily="18" charset="0"/>
                        </a:rPr>
                        <m:t>₂</m:t>
                      </m:r>
                      <m:r>
                        <a:rPr lang="en-US" sz="2400" i="1">
                          <a:solidFill>
                            <a:schemeClr val="bg1"/>
                          </a:solidFill>
                          <a:latin typeface="Cambria Math" panose="02040503050406030204" pitchFamily="18" charset="0"/>
                        </a:rPr>
                        <m:t>𝑥</m:t>
                      </m:r>
                      <m:r>
                        <a:rPr lang="en-US" sz="2400" i="1">
                          <a:solidFill>
                            <a:schemeClr val="bg1"/>
                          </a:solidFill>
                          <a:latin typeface="Cambria Math" panose="02040503050406030204" pitchFamily="18" charset="0"/>
                        </a:rPr>
                        <m:t>₂</m:t>
                      </m:r>
                      <m:r>
                        <a:rPr lang="en-US" sz="2400" i="1">
                          <a:solidFill>
                            <a:schemeClr val="bg1"/>
                          </a:solidFill>
                          <a:latin typeface="Cambria Math" panose="02040503050406030204" pitchFamily="18" charset="0"/>
                        </a:rPr>
                        <m:t> + ... + </m:t>
                      </m:r>
                      <m:r>
                        <a:rPr lang="en-US" sz="2400" i="1">
                          <a:solidFill>
                            <a:schemeClr val="bg1"/>
                          </a:solidFill>
                          <a:latin typeface="Cambria Math" panose="02040503050406030204" pitchFamily="18" charset="0"/>
                        </a:rPr>
                        <m:t>𝑤</m:t>
                      </m:r>
                      <m:r>
                        <a:rPr lang="en-US" sz="2400" i="1">
                          <a:solidFill>
                            <a:schemeClr val="bg1"/>
                          </a:solidFill>
                          <a:latin typeface="Cambria Math" panose="02040503050406030204" pitchFamily="18" charset="0"/>
                        </a:rPr>
                        <m:t>ₙ</m:t>
                      </m:r>
                      <m:r>
                        <a:rPr lang="en-US" sz="2400" i="1">
                          <a:solidFill>
                            <a:schemeClr val="bg1"/>
                          </a:solidFill>
                          <a:latin typeface="Cambria Math" panose="02040503050406030204" pitchFamily="18" charset="0"/>
                        </a:rPr>
                        <m:t>𝑥</m:t>
                      </m:r>
                      <m:r>
                        <a:rPr lang="en-US" sz="2400" i="1">
                          <a:solidFill>
                            <a:schemeClr val="bg1"/>
                          </a:solidFill>
                          <a:latin typeface="Cambria Math" panose="02040503050406030204" pitchFamily="18" charset="0"/>
                        </a:rPr>
                        <m:t>ₙ + </m:t>
                      </m:r>
                      <m:r>
                        <a:rPr lang="en-US" sz="2400" i="1">
                          <a:solidFill>
                            <a:schemeClr val="bg1"/>
                          </a:solidFill>
                          <a:latin typeface="Cambria Math" panose="02040503050406030204" pitchFamily="18" charset="0"/>
                        </a:rPr>
                        <m:t>𝑏</m:t>
                      </m:r>
                    </m:oMath>
                  </m:oMathPara>
                </a14:m>
                <a:endParaRPr lang="en-SE" sz="2400" dirty="0">
                  <a:solidFill>
                    <a:schemeClr val="bg1"/>
                  </a:solidFill>
                </a:endParaRPr>
              </a:p>
            </p:txBody>
          </p:sp>
        </mc:Choice>
        <mc:Fallback>
          <p:sp>
            <p:nvSpPr>
              <p:cNvPr id="3" name="textruta 2">
                <a:extLst>
                  <a:ext uri="{FF2B5EF4-FFF2-40B4-BE49-F238E27FC236}">
                    <a16:creationId xmlns:a16="http://schemas.microsoft.com/office/drawing/2014/main" id="{65A2AED7-86C3-2543-10F9-4061A532CFEC}"/>
                  </a:ext>
                </a:extLst>
              </p:cNvPr>
              <p:cNvSpPr txBox="1">
                <a:spLocks noRot="1" noChangeAspect="1" noMove="1" noResize="1" noEditPoints="1" noAdjustHandles="1" noChangeArrowheads="1" noChangeShapeType="1" noTextEdit="1"/>
              </p:cNvSpPr>
              <p:nvPr/>
            </p:nvSpPr>
            <p:spPr>
              <a:xfrm>
                <a:off x="7058967" y="6181968"/>
                <a:ext cx="4828822" cy="369332"/>
              </a:xfrm>
              <a:prstGeom prst="rect">
                <a:avLst/>
              </a:prstGeom>
              <a:blipFill>
                <a:blip r:embed="rId3"/>
                <a:stretch>
                  <a:fillRect l="-884" r="-1263" b="-11475"/>
                </a:stretch>
              </a:blipFill>
            </p:spPr>
            <p:txBody>
              <a:bodyPr/>
              <a:lstStyle/>
              <a:p>
                <a:r>
                  <a:rPr lang="en-SE">
                    <a:noFill/>
                  </a:rPr>
                  <a:t> </a:t>
                </a:r>
              </a:p>
            </p:txBody>
          </p:sp>
        </mc:Fallback>
      </mc:AlternateContent>
    </p:spTree>
    <p:extLst>
      <p:ext uri="{BB962C8B-B14F-4D97-AF65-F5344CB8AC3E}">
        <p14:creationId xmlns:p14="http://schemas.microsoft.com/office/powerpoint/2010/main" val="5925669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82C2A-0945-044B-0440-836B4E8EC919}"/>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8C95433B-4D8E-77C7-4E71-1BDD48F5E544}"/>
              </a:ext>
            </a:extLst>
          </p:cNvPr>
          <p:cNvSpPr txBox="1"/>
          <p:nvPr/>
        </p:nvSpPr>
        <p:spPr>
          <a:xfrm>
            <a:off x="4749548" y="122735"/>
            <a:ext cx="2692981" cy="830997"/>
          </a:xfrm>
          <a:prstGeom prst="rect">
            <a:avLst/>
          </a:prstGeom>
          <a:noFill/>
        </p:spPr>
        <p:txBody>
          <a:bodyPr wrap="none" rtlCol="0">
            <a:spAutoFit/>
          </a:bodyPr>
          <a:lstStyle/>
          <a:p>
            <a:pPr algn="ctr"/>
            <a:r>
              <a:rPr lang="sv-SE" sz="4800" dirty="0">
                <a:solidFill>
                  <a:schemeClr val="bg1"/>
                </a:solidFill>
              </a:rPr>
              <a:t>Neuroner</a:t>
            </a:r>
            <a:endParaRPr lang="sv-SE" sz="4800" noProof="0" dirty="0">
              <a:solidFill>
                <a:schemeClr val="bg1"/>
              </a:solidFill>
            </a:endParaRPr>
          </a:p>
        </p:txBody>
      </p:sp>
      <p:sp>
        <p:nvSpPr>
          <p:cNvPr id="8" name="Ellips 7">
            <a:extLst>
              <a:ext uri="{FF2B5EF4-FFF2-40B4-BE49-F238E27FC236}">
                <a16:creationId xmlns:a16="http://schemas.microsoft.com/office/drawing/2014/main" id="{742B81E4-A80E-E573-71E4-74B27A7E4AE8}"/>
              </a:ext>
            </a:extLst>
          </p:cNvPr>
          <p:cNvSpPr/>
          <p:nvPr/>
        </p:nvSpPr>
        <p:spPr>
          <a:xfrm>
            <a:off x="4981965" y="2152998"/>
            <a:ext cx="3074323" cy="3074323"/>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mc:AlternateContent xmlns:mc="http://schemas.openxmlformats.org/markup-compatibility/2006" xmlns:a14="http://schemas.microsoft.com/office/drawing/2010/main">
        <mc:Choice Requires="a14">
          <p:sp>
            <p:nvSpPr>
              <p:cNvPr id="3" name="textruta 2">
                <a:extLst>
                  <a:ext uri="{FF2B5EF4-FFF2-40B4-BE49-F238E27FC236}">
                    <a16:creationId xmlns:a16="http://schemas.microsoft.com/office/drawing/2014/main" id="{393B82F3-B89D-5B70-1B41-D405D17226F2}"/>
                  </a:ext>
                </a:extLst>
              </p:cNvPr>
              <p:cNvSpPr txBox="1"/>
              <p:nvPr/>
            </p:nvSpPr>
            <p:spPr>
              <a:xfrm>
                <a:off x="1585520" y="2282775"/>
                <a:ext cx="567911"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sz="2400" b="0" i="1" smtClean="0">
                              <a:solidFill>
                                <a:schemeClr val="bg1"/>
                              </a:solidFill>
                              <a:latin typeface="Cambria Math" panose="02040503050406030204" pitchFamily="18" charset="0"/>
                            </a:rPr>
                          </m:ctrlPr>
                        </m:sSubPr>
                        <m:e>
                          <m:r>
                            <a:rPr lang="en-GB" sz="2400" b="0" i="1" smtClean="0">
                              <a:solidFill>
                                <a:schemeClr val="bg1"/>
                              </a:solidFill>
                              <a:latin typeface="Cambria Math" panose="02040503050406030204" pitchFamily="18" charset="0"/>
                            </a:rPr>
                            <m:t>𝑋</m:t>
                          </m:r>
                        </m:e>
                        <m:sub>
                          <m:r>
                            <a:rPr lang="en-GB" sz="2400" b="0" i="1" smtClean="0">
                              <a:solidFill>
                                <a:schemeClr val="bg1"/>
                              </a:solidFill>
                              <a:latin typeface="Cambria Math" panose="02040503050406030204" pitchFamily="18" charset="0"/>
                            </a:rPr>
                            <m:t>1</m:t>
                          </m:r>
                        </m:sub>
                      </m:sSub>
                    </m:oMath>
                  </m:oMathPara>
                </a14:m>
                <a:endParaRPr lang="en-US" sz="2400" dirty="0">
                  <a:solidFill>
                    <a:schemeClr val="bg1"/>
                  </a:solidFill>
                </a:endParaRPr>
              </a:p>
            </p:txBody>
          </p:sp>
        </mc:Choice>
        <mc:Fallback xmlns="">
          <p:sp>
            <p:nvSpPr>
              <p:cNvPr id="3" name="textruta 2">
                <a:extLst>
                  <a:ext uri="{FF2B5EF4-FFF2-40B4-BE49-F238E27FC236}">
                    <a16:creationId xmlns:a16="http://schemas.microsoft.com/office/drawing/2014/main" id="{393B82F3-B89D-5B70-1B41-D405D17226F2}"/>
                  </a:ext>
                </a:extLst>
              </p:cNvPr>
              <p:cNvSpPr txBox="1">
                <a:spLocks noRot="1" noChangeAspect="1" noMove="1" noResize="1" noEditPoints="1" noAdjustHandles="1" noChangeArrowheads="1" noChangeShapeType="1" noTextEdit="1"/>
              </p:cNvSpPr>
              <p:nvPr/>
            </p:nvSpPr>
            <p:spPr>
              <a:xfrm>
                <a:off x="1585520" y="2282775"/>
                <a:ext cx="567911" cy="461665"/>
              </a:xfrm>
              <a:prstGeom prst="rect">
                <a:avLst/>
              </a:prstGeom>
              <a:blipFill>
                <a:blip r:embed="rId3"/>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6" name="textruta 15">
                <a:extLst>
                  <a:ext uri="{FF2B5EF4-FFF2-40B4-BE49-F238E27FC236}">
                    <a16:creationId xmlns:a16="http://schemas.microsoft.com/office/drawing/2014/main" id="{03633044-9192-AA18-EF03-436965414ED1}"/>
                  </a:ext>
                </a:extLst>
              </p:cNvPr>
              <p:cNvSpPr txBox="1"/>
              <p:nvPr/>
            </p:nvSpPr>
            <p:spPr>
              <a:xfrm>
                <a:off x="1585520" y="3429000"/>
                <a:ext cx="57502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sz="2400" b="0" i="1" smtClean="0">
                              <a:solidFill>
                                <a:schemeClr val="bg1"/>
                              </a:solidFill>
                              <a:latin typeface="Cambria Math" panose="02040503050406030204" pitchFamily="18" charset="0"/>
                            </a:rPr>
                          </m:ctrlPr>
                        </m:sSubPr>
                        <m:e>
                          <m:r>
                            <a:rPr lang="en-GB" sz="2400" b="0" i="1" smtClean="0">
                              <a:solidFill>
                                <a:schemeClr val="bg1"/>
                              </a:solidFill>
                              <a:latin typeface="Cambria Math" panose="02040503050406030204" pitchFamily="18" charset="0"/>
                            </a:rPr>
                            <m:t>𝑋</m:t>
                          </m:r>
                        </m:e>
                        <m:sub>
                          <m:r>
                            <a:rPr lang="en-GB" sz="2400" b="0" i="1" smtClean="0">
                              <a:solidFill>
                                <a:schemeClr val="bg1"/>
                              </a:solidFill>
                              <a:latin typeface="Cambria Math" panose="02040503050406030204" pitchFamily="18" charset="0"/>
                            </a:rPr>
                            <m:t>2</m:t>
                          </m:r>
                        </m:sub>
                      </m:sSub>
                    </m:oMath>
                  </m:oMathPara>
                </a14:m>
                <a:endParaRPr lang="en-US" sz="2400" dirty="0">
                  <a:solidFill>
                    <a:schemeClr val="bg1"/>
                  </a:solidFill>
                </a:endParaRPr>
              </a:p>
            </p:txBody>
          </p:sp>
        </mc:Choice>
        <mc:Fallback xmlns="">
          <p:sp>
            <p:nvSpPr>
              <p:cNvPr id="16" name="textruta 15">
                <a:extLst>
                  <a:ext uri="{FF2B5EF4-FFF2-40B4-BE49-F238E27FC236}">
                    <a16:creationId xmlns:a16="http://schemas.microsoft.com/office/drawing/2014/main" id="{03633044-9192-AA18-EF03-436965414ED1}"/>
                  </a:ext>
                </a:extLst>
              </p:cNvPr>
              <p:cNvSpPr txBox="1">
                <a:spLocks noRot="1" noChangeAspect="1" noMove="1" noResize="1" noEditPoints="1" noAdjustHandles="1" noChangeArrowheads="1" noChangeShapeType="1" noTextEdit="1"/>
              </p:cNvSpPr>
              <p:nvPr/>
            </p:nvSpPr>
            <p:spPr>
              <a:xfrm>
                <a:off x="1585520" y="3429000"/>
                <a:ext cx="575029" cy="461665"/>
              </a:xfrm>
              <a:prstGeom prst="rect">
                <a:avLst/>
              </a:prstGeom>
              <a:blipFill>
                <a:blip r:embed="rId4"/>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7" name="textruta 16">
                <a:extLst>
                  <a:ext uri="{FF2B5EF4-FFF2-40B4-BE49-F238E27FC236}">
                    <a16:creationId xmlns:a16="http://schemas.microsoft.com/office/drawing/2014/main" id="{0CC0A636-E590-F1C6-A2B2-D97E5DA50AF7}"/>
                  </a:ext>
                </a:extLst>
              </p:cNvPr>
              <p:cNvSpPr txBox="1"/>
              <p:nvPr/>
            </p:nvSpPr>
            <p:spPr>
              <a:xfrm>
                <a:off x="1585520" y="4575225"/>
                <a:ext cx="59490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sz="2400" b="0" i="1" smtClean="0">
                              <a:solidFill>
                                <a:schemeClr val="bg1"/>
                              </a:solidFill>
                              <a:latin typeface="Cambria Math" panose="02040503050406030204" pitchFamily="18" charset="0"/>
                            </a:rPr>
                          </m:ctrlPr>
                        </m:sSubPr>
                        <m:e>
                          <m:r>
                            <a:rPr lang="en-GB" sz="2400" b="0" i="1" smtClean="0">
                              <a:solidFill>
                                <a:schemeClr val="bg1"/>
                              </a:solidFill>
                              <a:latin typeface="Cambria Math" panose="02040503050406030204" pitchFamily="18" charset="0"/>
                            </a:rPr>
                            <m:t>𝑋</m:t>
                          </m:r>
                        </m:e>
                        <m:sub>
                          <m:r>
                            <a:rPr lang="en-GB" sz="2400" b="0" i="1" smtClean="0">
                              <a:solidFill>
                                <a:schemeClr val="bg1"/>
                              </a:solidFill>
                              <a:latin typeface="Cambria Math" panose="02040503050406030204" pitchFamily="18" charset="0"/>
                            </a:rPr>
                            <m:t>𝑛</m:t>
                          </m:r>
                        </m:sub>
                      </m:sSub>
                    </m:oMath>
                  </m:oMathPara>
                </a14:m>
                <a:endParaRPr lang="en-US" sz="2400" dirty="0">
                  <a:solidFill>
                    <a:schemeClr val="bg1"/>
                  </a:solidFill>
                </a:endParaRPr>
              </a:p>
            </p:txBody>
          </p:sp>
        </mc:Choice>
        <mc:Fallback xmlns="">
          <p:sp>
            <p:nvSpPr>
              <p:cNvPr id="17" name="textruta 16">
                <a:extLst>
                  <a:ext uri="{FF2B5EF4-FFF2-40B4-BE49-F238E27FC236}">
                    <a16:creationId xmlns:a16="http://schemas.microsoft.com/office/drawing/2014/main" id="{0CC0A636-E590-F1C6-A2B2-D97E5DA50AF7}"/>
                  </a:ext>
                </a:extLst>
              </p:cNvPr>
              <p:cNvSpPr txBox="1">
                <a:spLocks noRot="1" noChangeAspect="1" noMove="1" noResize="1" noEditPoints="1" noAdjustHandles="1" noChangeArrowheads="1" noChangeShapeType="1" noTextEdit="1"/>
              </p:cNvSpPr>
              <p:nvPr/>
            </p:nvSpPr>
            <p:spPr>
              <a:xfrm>
                <a:off x="1585520" y="4575225"/>
                <a:ext cx="594906" cy="461665"/>
              </a:xfrm>
              <a:prstGeom prst="rect">
                <a:avLst/>
              </a:prstGeom>
              <a:blipFill>
                <a:blip r:embed="rId5"/>
                <a:stretch>
                  <a:fillRect/>
                </a:stretch>
              </a:blipFill>
            </p:spPr>
            <p:txBody>
              <a:bodyPr/>
              <a:lstStyle/>
              <a:p>
                <a:r>
                  <a:rPr lang="en-SE">
                    <a:noFill/>
                  </a:rPr>
                  <a:t> </a:t>
                </a:r>
              </a:p>
            </p:txBody>
          </p:sp>
        </mc:Fallback>
      </mc:AlternateContent>
      <p:cxnSp>
        <p:nvCxnSpPr>
          <p:cNvPr id="19" name="Rak pilkoppling 18">
            <a:extLst>
              <a:ext uri="{FF2B5EF4-FFF2-40B4-BE49-F238E27FC236}">
                <a16:creationId xmlns:a16="http://schemas.microsoft.com/office/drawing/2014/main" id="{75EAB92B-4817-19B1-FD58-DFE90AC424F0}"/>
              </a:ext>
            </a:extLst>
          </p:cNvPr>
          <p:cNvCxnSpPr>
            <a:cxnSpLocks/>
            <a:stCxn id="3" idx="3"/>
            <a:endCxn id="28" idx="2"/>
          </p:cNvCxnSpPr>
          <p:nvPr/>
        </p:nvCxnSpPr>
        <p:spPr>
          <a:xfrm>
            <a:off x="2153431" y="2513608"/>
            <a:ext cx="843048" cy="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Rak pilkoppling 19">
            <a:extLst>
              <a:ext uri="{FF2B5EF4-FFF2-40B4-BE49-F238E27FC236}">
                <a16:creationId xmlns:a16="http://schemas.microsoft.com/office/drawing/2014/main" id="{FACEE802-F054-D67D-A625-D2B86691C6F0}"/>
              </a:ext>
            </a:extLst>
          </p:cNvPr>
          <p:cNvCxnSpPr>
            <a:cxnSpLocks/>
            <a:stCxn id="16" idx="3"/>
            <a:endCxn id="54" idx="2"/>
          </p:cNvCxnSpPr>
          <p:nvPr/>
        </p:nvCxnSpPr>
        <p:spPr>
          <a:xfrm flipV="1">
            <a:off x="2160549" y="3659829"/>
            <a:ext cx="835930" cy="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Rak pilkoppling 21">
            <a:extLst>
              <a:ext uri="{FF2B5EF4-FFF2-40B4-BE49-F238E27FC236}">
                <a16:creationId xmlns:a16="http://schemas.microsoft.com/office/drawing/2014/main" id="{4D4537E8-5631-B7CA-440E-598FE6763387}"/>
              </a:ext>
            </a:extLst>
          </p:cNvPr>
          <p:cNvCxnSpPr>
            <a:cxnSpLocks/>
            <a:stCxn id="17" idx="3"/>
            <a:endCxn id="56" idx="2"/>
          </p:cNvCxnSpPr>
          <p:nvPr/>
        </p:nvCxnSpPr>
        <p:spPr>
          <a:xfrm flipV="1">
            <a:off x="2180426" y="4806045"/>
            <a:ext cx="816053" cy="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8" name="Ellips 27">
                <a:extLst>
                  <a:ext uri="{FF2B5EF4-FFF2-40B4-BE49-F238E27FC236}">
                    <a16:creationId xmlns:a16="http://schemas.microsoft.com/office/drawing/2014/main" id="{188B5617-8991-09F0-6C6C-191ABEE846E3}"/>
                  </a:ext>
                </a:extLst>
              </p:cNvPr>
              <p:cNvSpPr/>
              <p:nvPr/>
            </p:nvSpPr>
            <p:spPr>
              <a:xfrm>
                <a:off x="2996479" y="2197729"/>
                <a:ext cx="631767" cy="631767"/>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left"/>
                    </m:oMathParaPr>
                    <m:oMath xmlns:m="http://schemas.openxmlformats.org/officeDocument/2006/math">
                      <m:sSub>
                        <m:sSubPr>
                          <m:ctrlPr>
                            <a:rPr lang="en-GB" sz="2400" b="0" i="1" smtClean="0">
                              <a:latin typeface="Cambria Math" panose="02040503050406030204" pitchFamily="18" charset="0"/>
                              <a:ea typeface="Cambria Math" panose="02040503050406030204" pitchFamily="18" charset="0"/>
                            </a:rPr>
                          </m:ctrlPr>
                        </m:sSubPr>
                        <m:e>
                          <m:r>
                            <m:rPr>
                              <m:sty m:val="p"/>
                            </m:rPr>
                            <a:rPr lang="el-GR" sz="2400" b="0" i="1" smtClean="0">
                              <a:latin typeface="Cambria Math" panose="02040503050406030204" pitchFamily="18" charset="0"/>
                              <a:ea typeface="Cambria Math" panose="02040503050406030204" pitchFamily="18" charset="0"/>
                            </a:rPr>
                            <m:t>ω</m:t>
                          </m:r>
                        </m:e>
                        <m:sub>
                          <m:r>
                            <a:rPr lang="en-GB" sz="2400" b="0" i="1" smtClean="0">
                              <a:latin typeface="Cambria Math" panose="02040503050406030204" pitchFamily="18" charset="0"/>
                              <a:ea typeface="Cambria Math" panose="02040503050406030204" pitchFamily="18" charset="0"/>
                            </a:rPr>
                            <m:t>1</m:t>
                          </m:r>
                        </m:sub>
                      </m:sSub>
                    </m:oMath>
                  </m:oMathPara>
                </a14:m>
                <a:endParaRPr lang="en-SE" sz="2400" dirty="0"/>
              </a:p>
            </p:txBody>
          </p:sp>
        </mc:Choice>
        <mc:Fallback xmlns="">
          <p:sp>
            <p:nvSpPr>
              <p:cNvPr id="28" name="Ellips 27">
                <a:extLst>
                  <a:ext uri="{FF2B5EF4-FFF2-40B4-BE49-F238E27FC236}">
                    <a16:creationId xmlns:a16="http://schemas.microsoft.com/office/drawing/2014/main" id="{188B5617-8991-09F0-6C6C-191ABEE846E3}"/>
                  </a:ext>
                </a:extLst>
              </p:cNvPr>
              <p:cNvSpPr>
                <a:spLocks noRot="1" noChangeAspect="1" noMove="1" noResize="1" noEditPoints="1" noAdjustHandles="1" noChangeArrowheads="1" noChangeShapeType="1" noTextEdit="1"/>
              </p:cNvSpPr>
              <p:nvPr/>
            </p:nvSpPr>
            <p:spPr>
              <a:xfrm>
                <a:off x="2996479" y="2197729"/>
                <a:ext cx="631767" cy="631767"/>
              </a:xfrm>
              <a:prstGeom prst="ellipse">
                <a:avLst/>
              </a:prstGeom>
              <a:blipFill>
                <a:blip r:embed="rId6"/>
                <a:stretch>
                  <a:fillRect/>
                </a:stretch>
              </a:blipFill>
              <a:ln>
                <a:solidFill>
                  <a:srgbClr val="07425D"/>
                </a:solidFill>
              </a:ln>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54" name="Ellips 53">
                <a:extLst>
                  <a:ext uri="{FF2B5EF4-FFF2-40B4-BE49-F238E27FC236}">
                    <a16:creationId xmlns:a16="http://schemas.microsoft.com/office/drawing/2014/main" id="{54FF767D-44A5-C7A7-AC10-2FE41AAAFD43}"/>
                  </a:ext>
                </a:extLst>
              </p:cNvPr>
              <p:cNvSpPr/>
              <p:nvPr/>
            </p:nvSpPr>
            <p:spPr>
              <a:xfrm>
                <a:off x="2996479" y="3343945"/>
                <a:ext cx="631767" cy="631767"/>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left"/>
                    </m:oMathParaPr>
                    <m:oMath xmlns:m="http://schemas.openxmlformats.org/officeDocument/2006/math">
                      <m:sSub>
                        <m:sSubPr>
                          <m:ctrlPr>
                            <a:rPr lang="en-GB" sz="2400" b="0" i="1" smtClean="0">
                              <a:latin typeface="Cambria Math" panose="02040503050406030204" pitchFamily="18" charset="0"/>
                              <a:ea typeface="Cambria Math" panose="02040503050406030204" pitchFamily="18" charset="0"/>
                            </a:rPr>
                          </m:ctrlPr>
                        </m:sSubPr>
                        <m:e>
                          <m:r>
                            <m:rPr>
                              <m:sty m:val="p"/>
                            </m:rPr>
                            <a:rPr lang="el-GR" sz="2400" b="0" i="1" smtClean="0">
                              <a:latin typeface="Cambria Math" panose="02040503050406030204" pitchFamily="18" charset="0"/>
                              <a:ea typeface="Cambria Math" panose="02040503050406030204" pitchFamily="18" charset="0"/>
                            </a:rPr>
                            <m:t>ω</m:t>
                          </m:r>
                        </m:e>
                        <m:sub>
                          <m:r>
                            <a:rPr lang="en-GB" sz="2400" b="0" i="1" smtClean="0">
                              <a:latin typeface="Cambria Math" panose="02040503050406030204" pitchFamily="18" charset="0"/>
                              <a:ea typeface="Cambria Math" panose="02040503050406030204" pitchFamily="18" charset="0"/>
                            </a:rPr>
                            <m:t>2</m:t>
                          </m:r>
                        </m:sub>
                      </m:sSub>
                    </m:oMath>
                  </m:oMathPara>
                </a14:m>
                <a:endParaRPr lang="en-SE" sz="2400" dirty="0"/>
              </a:p>
            </p:txBody>
          </p:sp>
        </mc:Choice>
        <mc:Fallback xmlns="">
          <p:sp>
            <p:nvSpPr>
              <p:cNvPr id="54" name="Ellips 53">
                <a:extLst>
                  <a:ext uri="{FF2B5EF4-FFF2-40B4-BE49-F238E27FC236}">
                    <a16:creationId xmlns:a16="http://schemas.microsoft.com/office/drawing/2014/main" id="{54FF767D-44A5-C7A7-AC10-2FE41AAAFD43}"/>
                  </a:ext>
                </a:extLst>
              </p:cNvPr>
              <p:cNvSpPr>
                <a:spLocks noRot="1" noChangeAspect="1" noMove="1" noResize="1" noEditPoints="1" noAdjustHandles="1" noChangeArrowheads="1" noChangeShapeType="1" noTextEdit="1"/>
              </p:cNvSpPr>
              <p:nvPr/>
            </p:nvSpPr>
            <p:spPr>
              <a:xfrm>
                <a:off x="2996479" y="3343945"/>
                <a:ext cx="631767" cy="631767"/>
              </a:xfrm>
              <a:prstGeom prst="ellipse">
                <a:avLst/>
              </a:prstGeom>
              <a:blipFill>
                <a:blip r:embed="rId7"/>
                <a:stretch>
                  <a:fillRect/>
                </a:stretch>
              </a:blipFill>
              <a:ln>
                <a:solidFill>
                  <a:srgbClr val="07425D"/>
                </a:solidFill>
              </a:ln>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56" name="Ellips 55">
                <a:extLst>
                  <a:ext uri="{FF2B5EF4-FFF2-40B4-BE49-F238E27FC236}">
                    <a16:creationId xmlns:a16="http://schemas.microsoft.com/office/drawing/2014/main" id="{70E9E36D-EC17-1A0A-96D9-5AE7624FD97E}"/>
                  </a:ext>
                </a:extLst>
              </p:cNvPr>
              <p:cNvSpPr/>
              <p:nvPr/>
            </p:nvSpPr>
            <p:spPr>
              <a:xfrm>
                <a:off x="2996479" y="4490161"/>
                <a:ext cx="631767" cy="631767"/>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left"/>
                    </m:oMathParaPr>
                    <m:oMath xmlns:m="http://schemas.openxmlformats.org/officeDocument/2006/math">
                      <m:sSub>
                        <m:sSubPr>
                          <m:ctrlPr>
                            <a:rPr lang="en-GB" sz="2400" b="0" i="1" smtClean="0">
                              <a:latin typeface="Cambria Math" panose="02040503050406030204" pitchFamily="18" charset="0"/>
                              <a:ea typeface="Cambria Math" panose="02040503050406030204" pitchFamily="18" charset="0"/>
                            </a:rPr>
                          </m:ctrlPr>
                        </m:sSubPr>
                        <m:e>
                          <m:r>
                            <m:rPr>
                              <m:sty m:val="p"/>
                            </m:rPr>
                            <a:rPr lang="el-GR" sz="2400" b="0" i="1" smtClean="0">
                              <a:latin typeface="Cambria Math" panose="02040503050406030204" pitchFamily="18" charset="0"/>
                              <a:ea typeface="Cambria Math" panose="02040503050406030204" pitchFamily="18" charset="0"/>
                            </a:rPr>
                            <m:t>ω</m:t>
                          </m:r>
                        </m:e>
                        <m:sub>
                          <m:r>
                            <a:rPr lang="en-GB" sz="2400" b="0" i="1" smtClean="0">
                              <a:latin typeface="Cambria Math" panose="02040503050406030204" pitchFamily="18" charset="0"/>
                              <a:ea typeface="Cambria Math" panose="02040503050406030204" pitchFamily="18" charset="0"/>
                            </a:rPr>
                            <m:t>𝑛</m:t>
                          </m:r>
                        </m:sub>
                      </m:sSub>
                    </m:oMath>
                  </m:oMathPara>
                </a14:m>
                <a:endParaRPr lang="en-SE" sz="2400" dirty="0"/>
              </a:p>
            </p:txBody>
          </p:sp>
        </mc:Choice>
        <mc:Fallback xmlns="">
          <p:sp>
            <p:nvSpPr>
              <p:cNvPr id="56" name="Ellips 55">
                <a:extLst>
                  <a:ext uri="{FF2B5EF4-FFF2-40B4-BE49-F238E27FC236}">
                    <a16:creationId xmlns:a16="http://schemas.microsoft.com/office/drawing/2014/main" id="{70E9E36D-EC17-1A0A-96D9-5AE7624FD97E}"/>
                  </a:ext>
                </a:extLst>
              </p:cNvPr>
              <p:cNvSpPr>
                <a:spLocks noRot="1" noChangeAspect="1" noMove="1" noResize="1" noEditPoints="1" noAdjustHandles="1" noChangeArrowheads="1" noChangeShapeType="1" noTextEdit="1"/>
              </p:cNvSpPr>
              <p:nvPr/>
            </p:nvSpPr>
            <p:spPr>
              <a:xfrm>
                <a:off x="2996479" y="4490161"/>
                <a:ext cx="631767" cy="631767"/>
              </a:xfrm>
              <a:prstGeom prst="ellipse">
                <a:avLst/>
              </a:prstGeom>
              <a:blipFill>
                <a:blip r:embed="rId8"/>
                <a:stretch>
                  <a:fillRect/>
                </a:stretch>
              </a:blipFill>
              <a:ln>
                <a:solidFill>
                  <a:srgbClr val="07425D"/>
                </a:solidFill>
              </a:ln>
            </p:spPr>
            <p:txBody>
              <a:bodyPr/>
              <a:lstStyle/>
              <a:p>
                <a:r>
                  <a:rPr lang="en-SE">
                    <a:noFill/>
                  </a:rPr>
                  <a:t> </a:t>
                </a:r>
              </a:p>
            </p:txBody>
          </p:sp>
        </mc:Fallback>
      </mc:AlternateContent>
      <p:cxnSp>
        <p:nvCxnSpPr>
          <p:cNvPr id="62" name="Rak pilkoppling 61">
            <a:extLst>
              <a:ext uri="{FF2B5EF4-FFF2-40B4-BE49-F238E27FC236}">
                <a16:creationId xmlns:a16="http://schemas.microsoft.com/office/drawing/2014/main" id="{A0BD81A1-AD2F-AB9F-FC33-466EB732F16A}"/>
              </a:ext>
            </a:extLst>
          </p:cNvPr>
          <p:cNvCxnSpPr>
            <a:cxnSpLocks/>
            <a:stCxn id="28" idx="6"/>
            <a:endCxn id="8" idx="2"/>
          </p:cNvCxnSpPr>
          <p:nvPr/>
        </p:nvCxnSpPr>
        <p:spPr>
          <a:xfrm>
            <a:off x="3628246" y="2513613"/>
            <a:ext cx="1353719" cy="11765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8" name="Rak pilkoppling 67">
            <a:extLst>
              <a:ext uri="{FF2B5EF4-FFF2-40B4-BE49-F238E27FC236}">
                <a16:creationId xmlns:a16="http://schemas.microsoft.com/office/drawing/2014/main" id="{7DDD7934-63FD-1A30-5063-A31441D9620A}"/>
              </a:ext>
            </a:extLst>
          </p:cNvPr>
          <p:cNvCxnSpPr>
            <a:cxnSpLocks/>
            <a:stCxn id="54" idx="6"/>
            <a:endCxn id="8" idx="2"/>
          </p:cNvCxnSpPr>
          <p:nvPr/>
        </p:nvCxnSpPr>
        <p:spPr>
          <a:xfrm>
            <a:off x="3628246" y="3659829"/>
            <a:ext cx="1353719" cy="303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4" name="Rak pilkoppling 73">
            <a:extLst>
              <a:ext uri="{FF2B5EF4-FFF2-40B4-BE49-F238E27FC236}">
                <a16:creationId xmlns:a16="http://schemas.microsoft.com/office/drawing/2014/main" id="{DBE7FAB5-5DFB-8555-7A33-5EBFC2E6E390}"/>
              </a:ext>
            </a:extLst>
          </p:cNvPr>
          <p:cNvCxnSpPr>
            <a:cxnSpLocks/>
            <a:stCxn id="56" idx="6"/>
            <a:endCxn id="8" idx="2"/>
          </p:cNvCxnSpPr>
          <p:nvPr/>
        </p:nvCxnSpPr>
        <p:spPr>
          <a:xfrm flipV="1">
            <a:off x="3628246" y="3690160"/>
            <a:ext cx="1353719" cy="11158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1" name="Rak koppling 80">
            <a:extLst>
              <a:ext uri="{FF2B5EF4-FFF2-40B4-BE49-F238E27FC236}">
                <a16:creationId xmlns:a16="http://schemas.microsoft.com/office/drawing/2014/main" id="{BB87BDE2-8A5A-E3B0-5387-9C946C9088F3}"/>
              </a:ext>
            </a:extLst>
          </p:cNvPr>
          <p:cNvCxnSpPr>
            <a:cxnSpLocks/>
            <a:stCxn id="8" idx="7"/>
            <a:endCxn id="8" idx="3"/>
          </p:cNvCxnSpPr>
          <p:nvPr/>
        </p:nvCxnSpPr>
        <p:spPr>
          <a:xfrm flipH="1">
            <a:off x="5432189" y="2603222"/>
            <a:ext cx="2173875" cy="2173875"/>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5" name="textruta 84">
                <a:extLst>
                  <a:ext uri="{FF2B5EF4-FFF2-40B4-BE49-F238E27FC236}">
                    <a16:creationId xmlns:a16="http://schemas.microsoft.com/office/drawing/2014/main" id="{32B321E7-FADF-F6C7-30A8-64F62429ABF5}"/>
                  </a:ext>
                </a:extLst>
              </p:cNvPr>
              <p:cNvSpPr txBox="1"/>
              <p:nvPr/>
            </p:nvSpPr>
            <p:spPr>
              <a:xfrm>
                <a:off x="5745324" y="2744440"/>
                <a:ext cx="773802" cy="98668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GB" sz="2400" b="0" i="1" smtClean="0">
                              <a:solidFill>
                                <a:schemeClr val="bg1"/>
                              </a:solidFill>
                              <a:latin typeface="Cambria Math" panose="02040503050406030204" pitchFamily="18" charset="0"/>
                            </a:rPr>
                          </m:ctrlPr>
                        </m:naryPr>
                        <m:sub/>
                        <m:sup/>
                        <m:e>
                          <m:r>
                            <a:rPr lang="en-GB" sz="2400" b="0" i="1" smtClean="0">
                              <a:solidFill>
                                <a:schemeClr val="bg1"/>
                              </a:solidFill>
                              <a:latin typeface="Cambria Math" panose="02040503050406030204" pitchFamily="18" charset="0"/>
                            </a:rPr>
                            <m:t> </m:t>
                          </m:r>
                        </m:e>
                      </m:nary>
                    </m:oMath>
                  </m:oMathPara>
                </a14:m>
                <a:endParaRPr lang="en-US" sz="2400" dirty="0">
                  <a:solidFill>
                    <a:schemeClr val="bg1"/>
                  </a:solidFill>
                </a:endParaRPr>
              </a:p>
            </p:txBody>
          </p:sp>
        </mc:Choice>
        <mc:Fallback xmlns="">
          <p:sp>
            <p:nvSpPr>
              <p:cNvPr id="85" name="textruta 84">
                <a:extLst>
                  <a:ext uri="{FF2B5EF4-FFF2-40B4-BE49-F238E27FC236}">
                    <a16:creationId xmlns:a16="http://schemas.microsoft.com/office/drawing/2014/main" id="{32B321E7-FADF-F6C7-30A8-64F62429ABF5}"/>
                  </a:ext>
                </a:extLst>
              </p:cNvPr>
              <p:cNvSpPr txBox="1">
                <a:spLocks noRot="1" noChangeAspect="1" noMove="1" noResize="1" noEditPoints="1" noAdjustHandles="1" noChangeArrowheads="1" noChangeShapeType="1" noTextEdit="1"/>
              </p:cNvSpPr>
              <p:nvPr/>
            </p:nvSpPr>
            <p:spPr>
              <a:xfrm>
                <a:off x="5745324" y="2744440"/>
                <a:ext cx="773802" cy="986680"/>
              </a:xfrm>
              <a:prstGeom prst="rect">
                <a:avLst/>
              </a:prstGeom>
              <a:blipFill>
                <a:blip r:embed="rId9"/>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86" name="textruta 85">
                <a:extLst>
                  <a:ext uri="{FF2B5EF4-FFF2-40B4-BE49-F238E27FC236}">
                    <a16:creationId xmlns:a16="http://schemas.microsoft.com/office/drawing/2014/main" id="{8292A691-BB89-F4C9-B379-9A68B0EF06CC}"/>
                  </a:ext>
                </a:extLst>
              </p:cNvPr>
              <p:cNvSpPr txBox="1"/>
              <p:nvPr/>
            </p:nvSpPr>
            <p:spPr>
              <a:xfrm>
                <a:off x="6519126" y="3673247"/>
                <a:ext cx="1227324" cy="9019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sz="4800" b="0" i="1" smtClean="0">
                              <a:solidFill>
                                <a:schemeClr val="bg1"/>
                              </a:solidFill>
                              <a:latin typeface="Cambria Math" panose="02040503050406030204" pitchFamily="18" charset="0"/>
                            </a:rPr>
                          </m:ctrlPr>
                        </m:sSubPr>
                        <m:e>
                          <m:r>
                            <a:rPr lang="en-GB" sz="4800" b="0" i="1" smtClean="0">
                              <a:solidFill>
                                <a:schemeClr val="bg1"/>
                              </a:solidFill>
                              <a:latin typeface="Cambria Math" panose="02040503050406030204" pitchFamily="18" charset="0"/>
                            </a:rPr>
                            <m:t>𝑓</m:t>
                          </m:r>
                        </m:e>
                        <m:sub>
                          <m:d>
                            <m:dPr>
                              <m:ctrlPr>
                                <a:rPr lang="en-GB" sz="4800" b="0" i="1" smtClean="0">
                                  <a:solidFill>
                                    <a:schemeClr val="bg1"/>
                                  </a:solidFill>
                                  <a:latin typeface="Cambria Math" panose="02040503050406030204" pitchFamily="18" charset="0"/>
                                </a:rPr>
                              </m:ctrlPr>
                            </m:dPr>
                            <m:e>
                              <m:r>
                                <a:rPr lang="en-GB" sz="4800" b="0" i="1" smtClean="0">
                                  <a:solidFill>
                                    <a:schemeClr val="bg1"/>
                                  </a:solidFill>
                                  <a:latin typeface="Cambria Math" panose="02040503050406030204" pitchFamily="18" charset="0"/>
                                </a:rPr>
                                <m:t>𝑥</m:t>
                              </m:r>
                            </m:e>
                          </m:d>
                        </m:sub>
                      </m:sSub>
                    </m:oMath>
                  </m:oMathPara>
                </a14:m>
                <a:endParaRPr lang="en-US" sz="4800" dirty="0">
                  <a:solidFill>
                    <a:schemeClr val="bg1"/>
                  </a:solidFill>
                </a:endParaRPr>
              </a:p>
            </p:txBody>
          </p:sp>
        </mc:Choice>
        <mc:Fallback xmlns="">
          <p:sp>
            <p:nvSpPr>
              <p:cNvPr id="86" name="textruta 85">
                <a:extLst>
                  <a:ext uri="{FF2B5EF4-FFF2-40B4-BE49-F238E27FC236}">
                    <a16:creationId xmlns:a16="http://schemas.microsoft.com/office/drawing/2014/main" id="{8292A691-BB89-F4C9-B379-9A68B0EF06CC}"/>
                  </a:ext>
                </a:extLst>
              </p:cNvPr>
              <p:cNvSpPr txBox="1">
                <a:spLocks noRot="1" noChangeAspect="1" noMove="1" noResize="1" noEditPoints="1" noAdjustHandles="1" noChangeArrowheads="1" noChangeShapeType="1" noTextEdit="1"/>
              </p:cNvSpPr>
              <p:nvPr/>
            </p:nvSpPr>
            <p:spPr>
              <a:xfrm>
                <a:off x="6519126" y="3673247"/>
                <a:ext cx="1227324" cy="901978"/>
              </a:xfrm>
              <a:prstGeom prst="rect">
                <a:avLst/>
              </a:prstGeom>
              <a:blipFill>
                <a:blip r:embed="rId10"/>
                <a:stretch>
                  <a:fillRect/>
                </a:stretch>
              </a:blipFill>
            </p:spPr>
            <p:txBody>
              <a:bodyPr/>
              <a:lstStyle/>
              <a:p>
                <a:r>
                  <a:rPr lang="en-SE">
                    <a:noFill/>
                  </a:rPr>
                  <a:t> </a:t>
                </a:r>
              </a:p>
            </p:txBody>
          </p:sp>
        </mc:Fallback>
      </mc:AlternateContent>
      <p:cxnSp>
        <p:nvCxnSpPr>
          <p:cNvPr id="87" name="Rak pilkoppling 86">
            <a:extLst>
              <a:ext uri="{FF2B5EF4-FFF2-40B4-BE49-F238E27FC236}">
                <a16:creationId xmlns:a16="http://schemas.microsoft.com/office/drawing/2014/main" id="{589C0E4F-E1A7-F756-3B30-D07B91C1F6F4}"/>
              </a:ext>
            </a:extLst>
          </p:cNvPr>
          <p:cNvCxnSpPr>
            <a:cxnSpLocks/>
            <a:stCxn id="8" idx="6"/>
            <a:endCxn id="90" idx="2"/>
          </p:cNvCxnSpPr>
          <p:nvPr/>
        </p:nvCxnSpPr>
        <p:spPr>
          <a:xfrm flipV="1">
            <a:off x="8056288" y="3690159"/>
            <a:ext cx="1353719"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0" name="Ellips 89">
            <a:extLst>
              <a:ext uri="{FF2B5EF4-FFF2-40B4-BE49-F238E27FC236}">
                <a16:creationId xmlns:a16="http://schemas.microsoft.com/office/drawing/2014/main" id="{736487AF-7000-8480-A9E5-CFB43AA5005D}"/>
              </a:ext>
            </a:extLst>
          </p:cNvPr>
          <p:cNvSpPr/>
          <p:nvPr/>
        </p:nvSpPr>
        <p:spPr>
          <a:xfrm>
            <a:off x="9410007" y="2887654"/>
            <a:ext cx="1605009" cy="1605009"/>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t>Output</a:t>
            </a:r>
            <a:endParaRPr lang="en-SE" sz="2400" dirty="0"/>
          </a:p>
        </p:txBody>
      </p:sp>
      <p:sp>
        <p:nvSpPr>
          <p:cNvPr id="92" name="textruta 91">
            <a:extLst>
              <a:ext uri="{FF2B5EF4-FFF2-40B4-BE49-F238E27FC236}">
                <a16:creationId xmlns:a16="http://schemas.microsoft.com/office/drawing/2014/main" id="{82FC0EA8-08D6-95E8-EF55-5A4AFE0F1A1F}"/>
              </a:ext>
            </a:extLst>
          </p:cNvPr>
          <p:cNvSpPr txBox="1"/>
          <p:nvPr/>
        </p:nvSpPr>
        <p:spPr>
          <a:xfrm>
            <a:off x="206040" y="3214133"/>
            <a:ext cx="992579" cy="676532"/>
          </a:xfrm>
          <a:prstGeom prst="rect">
            <a:avLst/>
          </a:prstGeom>
          <a:noFill/>
        </p:spPr>
        <p:txBody>
          <a:bodyPr wrap="none" rtlCol="0">
            <a:spAutoFit/>
          </a:bodyPr>
          <a:lstStyle/>
          <a:p>
            <a:pPr algn="ctr">
              <a:lnSpc>
                <a:spcPct val="150000"/>
              </a:lnSpc>
            </a:pPr>
            <a:r>
              <a:rPr lang="sv-SE" sz="2800" noProof="0" dirty="0">
                <a:solidFill>
                  <a:schemeClr val="bg1"/>
                </a:solidFill>
              </a:rPr>
              <a:t>Input</a:t>
            </a:r>
          </a:p>
        </p:txBody>
      </p:sp>
      <p:sp>
        <p:nvSpPr>
          <p:cNvPr id="93" name="textruta 92">
            <a:extLst>
              <a:ext uri="{FF2B5EF4-FFF2-40B4-BE49-F238E27FC236}">
                <a16:creationId xmlns:a16="http://schemas.microsoft.com/office/drawing/2014/main" id="{5FF2B06E-8993-C2A4-78EA-1813B332E558}"/>
              </a:ext>
            </a:extLst>
          </p:cNvPr>
          <p:cNvSpPr txBox="1"/>
          <p:nvPr/>
        </p:nvSpPr>
        <p:spPr>
          <a:xfrm>
            <a:off x="2688794" y="5117137"/>
            <a:ext cx="1247136" cy="593047"/>
          </a:xfrm>
          <a:prstGeom prst="rect">
            <a:avLst/>
          </a:prstGeom>
          <a:noFill/>
        </p:spPr>
        <p:txBody>
          <a:bodyPr wrap="none" rtlCol="0">
            <a:spAutoFit/>
          </a:bodyPr>
          <a:lstStyle/>
          <a:p>
            <a:pPr algn="ctr">
              <a:lnSpc>
                <a:spcPct val="150000"/>
              </a:lnSpc>
            </a:pPr>
            <a:r>
              <a:rPr lang="sv-SE" sz="2400" noProof="0" dirty="0">
                <a:solidFill>
                  <a:schemeClr val="bg1"/>
                </a:solidFill>
              </a:rPr>
              <a:t>Viktning</a:t>
            </a:r>
          </a:p>
        </p:txBody>
      </p:sp>
      <p:sp>
        <p:nvSpPr>
          <p:cNvPr id="94" name="textruta 93">
            <a:extLst>
              <a:ext uri="{FF2B5EF4-FFF2-40B4-BE49-F238E27FC236}">
                <a16:creationId xmlns:a16="http://schemas.microsoft.com/office/drawing/2014/main" id="{0CD0FBC9-C4E7-13C3-7699-C633A4CA73C6}"/>
              </a:ext>
            </a:extLst>
          </p:cNvPr>
          <p:cNvSpPr txBox="1"/>
          <p:nvPr/>
        </p:nvSpPr>
        <p:spPr>
          <a:xfrm>
            <a:off x="4240196" y="1460562"/>
            <a:ext cx="2383986" cy="676532"/>
          </a:xfrm>
          <a:prstGeom prst="rect">
            <a:avLst/>
          </a:prstGeom>
          <a:noFill/>
        </p:spPr>
        <p:txBody>
          <a:bodyPr wrap="none" rtlCol="0">
            <a:spAutoFit/>
          </a:bodyPr>
          <a:lstStyle/>
          <a:p>
            <a:pPr algn="ctr">
              <a:lnSpc>
                <a:spcPct val="150000"/>
              </a:lnSpc>
            </a:pPr>
            <a:r>
              <a:rPr lang="sv-SE" sz="2800" noProof="0" dirty="0">
                <a:solidFill>
                  <a:schemeClr val="bg1"/>
                </a:solidFill>
              </a:rPr>
              <a:t>Summa + bias</a:t>
            </a:r>
          </a:p>
        </p:txBody>
      </p:sp>
      <p:sp>
        <p:nvSpPr>
          <p:cNvPr id="95" name="textruta 94">
            <a:extLst>
              <a:ext uri="{FF2B5EF4-FFF2-40B4-BE49-F238E27FC236}">
                <a16:creationId xmlns:a16="http://schemas.microsoft.com/office/drawing/2014/main" id="{0C89EDBD-BCA9-2128-F8AF-F280273C19A7}"/>
              </a:ext>
            </a:extLst>
          </p:cNvPr>
          <p:cNvSpPr txBox="1"/>
          <p:nvPr/>
        </p:nvSpPr>
        <p:spPr>
          <a:xfrm>
            <a:off x="6175410" y="5121928"/>
            <a:ext cx="3142079" cy="676532"/>
          </a:xfrm>
          <a:prstGeom prst="rect">
            <a:avLst/>
          </a:prstGeom>
          <a:noFill/>
        </p:spPr>
        <p:txBody>
          <a:bodyPr wrap="none" rtlCol="0">
            <a:spAutoFit/>
          </a:bodyPr>
          <a:lstStyle/>
          <a:p>
            <a:pPr algn="ctr">
              <a:lnSpc>
                <a:spcPct val="150000"/>
              </a:lnSpc>
            </a:pPr>
            <a:r>
              <a:rPr lang="sv-SE" sz="2800" noProof="0" dirty="0">
                <a:solidFill>
                  <a:schemeClr val="bg1"/>
                </a:solidFill>
              </a:rPr>
              <a:t>Aktiveringsfunktion</a:t>
            </a:r>
          </a:p>
        </p:txBody>
      </p:sp>
      <p:sp>
        <p:nvSpPr>
          <p:cNvPr id="109" name="Vänster klammerparentes 108">
            <a:extLst>
              <a:ext uri="{FF2B5EF4-FFF2-40B4-BE49-F238E27FC236}">
                <a16:creationId xmlns:a16="http://schemas.microsoft.com/office/drawing/2014/main" id="{9986A594-3C9A-F24C-B98C-E898E3D10C65}"/>
              </a:ext>
            </a:extLst>
          </p:cNvPr>
          <p:cNvSpPr/>
          <p:nvPr/>
        </p:nvSpPr>
        <p:spPr>
          <a:xfrm>
            <a:off x="1275682" y="2282775"/>
            <a:ext cx="195671" cy="2754115"/>
          </a:xfrm>
          <a:prstGeom prst="leftBrace">
            <a:avLst/>
          </a:prstGeom>
          <a:ln>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SE"/>
          </a:p>
        </p:txBody>
      </p:sp>
      <mc:AlternateContent xmlns:mc="http://schemas.openxmlformats.org/markup-compatibility/2006" xmlns:a14="http://schemas.microsoft.com/office/drawing/2010/main">
        <mc:Choice Requires="a14">
          <p:sp>
            <p:nvSpPr>
              <p:cNvPr id="110" name="Ellips 109">
                <a:extLst>
                  <a:ext uri="{FF2B5EF4-FFF2-40B4-BE49-F238E27FC236}">
                    <a16:creationId xmlns:a16="http://schemas.microsoft.com/office/drawing/2014/main" id="{EA9F9DD5-4D4C-40DE-5F88-CA7D5E430138}"/>
                  </a:ext>
                </a:extLst>
              </p:cNvPr>
              <p:cNvSpPr/>
              <p:nvPr/>
            </p:nvSpPr>
            <p:spPr>
              <a:xfrm>
                <a:off x="7579995" y="1392286"/>
                <a:ext cx="476293" cy="476293"/>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left"/>
                    </m:oMathParaPr>
                    <m:oMath xmlns:m="http://schemas.openxmlformats.org/officeDocument/2006/math">
                      <m:r>
                        <a:rPr lang="en-GB" sz="2400" b="0" i="1" smtClean="0">
                          <a:latin typeface="Cambria Math" panose="02040503050406030204" pitchFamily="18" charset="0"/>
                          <a:ea typeface="Cambria Math" panose="02040503050406030204" pitchFamily="18" charset="0"/>
                        </a:rPr>
                        <m:t>𝑏</m:t>
                      </m:r>
                    </m:oMath>
                  </m:oMathPara>
                </a14:m>
                <a:endParaRPr lang="en-SE" sz="2400" dirty="0"/>
              </a:p>
            </p:txBody>
          </p:sp>
        </mc:Choice>
        <mc:Fallback xmlns="">
          <p:sp>
            <p:nvSpPr>
              <p:cNvPr id="110" name="Ellips 109">
                <a:extLst>
                  <a:ext uri="{FF2B5EF4-FFF2-40B4-BE49-F238E27FC236}">
                    <a16:creationId xmlns:a16="http://schemas.microsoft.com/office/drawing/2014/main" id="{EA9F9DD5-4D4C-40DE-5F88-CA7D5E430138}"/>
                  </a:ext>
                </a:extLst>
              </p:cNvPr>
              <p:cNvSpPr>
                <a:spLocks noRot="1" noChangeAspect="1" noMove="1" noResize="1" noEditPoints="1" noAdjustHandles="1" noChangeArrowheads="1" noChangeShapeType="1" noTextEdit="1"/>
              </p:cNvSpPr>
              <p:nvPr/>
            </p:nvSpPr>
            <p:spPr>
              <a:xfrm>
                <a:off x="7579995" y="1392286"/>
                <a:ext cx="476293" cy="476293"/>
              </a:xfrm>
              <a:prstGeom prst="ellipse">
                <a:avLst/>
              </a:prstGeom>
              <a:blipFill>
                <a:blip r:embed="rId11"/>
                <a:stretch>
                  <a:fillRect/>
                </a:stretch>
              </a:blipFill>
              <a:ln>
                <a:solidFill>
                  <a:srgbClr val="07425D"/>
                </a:solidFill>
              </a:ln>
            </p:spPr>
            <p:txBody>
              <a:bodyPr/>
              <a:lstStyle/>
              <a:p>
                <a:r>
                  <a:rPr lang="en-SE">
                    <a:noFill/>
                  </a:rPr>
                  <a:t> </a:t>
                </a:r>
              </a:p>
            </p:txBody>
          </p:sp>
        </mc:Fallback>
      </mc:AlternateContent>
      <p:cxnSp>
        <p:nvCxnSpPr>
          <p:cNvPr id="112" name="Rak pilkoppling 111">
            <a:extLst>
              <a:ext uri="{FF2B5EF4-FFF2-40B4-BE49-F238E27FC236}">
                <a16:creationId xmlns:a16="http://schemas.microsoft.com/office/drawing/2014/main" id="{7DFD1F05-815E-FB58-4F53-34D5D7E9D390}"/>
              </a:ext>
            </a:extLst>
          </p:cNvPr>
          <p:cNvCxnSpPr>
            <a:cxnSpLocks/>
            <a:stCxn id="110" idx="3"/>
          </p:cNvCxnSpPr>
          <p:nvPr/>
        </p:nvCxnSpPr>
        <p:spPr>
          <a:xfrm flipH="1">
            <a:off x="7240385" y="1798828"/>
            <a:ext cx="409361" cy="5199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559811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63438-CFC3-2F6A-7E88-70CFF505AB58}"/>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65DC1905-75F1-4ACB-F93F-088F2BF22EF4}"/>
              </a:ext>
            </a:extLst>
          </p:cNvPr>
          <p:cNvSpPr txBox="1"/>
          <p:nvPr/>
        </p:nvSpPr>
        <p:spPr>
          <a:xfrm>
            <a:off x="1358112" y="122735"/>
            <a:ext cx="9475799" cy="830997"/>
          </a:xfrm>
          <a:prstGeom prst="rect">
            <a:avLst/>
          </a:prstGeom>
          <a:noFill/>
        </p:spPr>
        <p:txBody>
          <a:bodyPr wrap="none" rtlCol="0">
            <a:spAutoFit/>
          </a:bodyPr>
          <a:lstStyle/>
          <a:p>
            <a:pPr algn="ctr"/>
            <a:r>
              <a:rPr lang="sv-SE" sz="4800" noProof="0" dirty="0">
                <a:solidFill>
                  <a:schemeClr val="bg1"/>
                </a:solidFill>
              </a:rPr>
              <a:t>Vad gör neuronen med sina inputs?</a:t>
            </a:r>
          </a:p>
        </p:txBody>
      </p:sp>
      <p:sp>
        <p:nvSpPr>
          <p:cNvPr id="3" name="Rektangel: rundade hörn 2">
            <a:extLst>
              <a:ext uri="{FF2B5EF4-FFF2-40B4-BE49-F238E27FC236}">
                <a16:creationId xmlns:a16="http://schemas.microsoft.com/office/drawing/2014/main" id="{C639B65C-CFEC-CE11-3BF7-DCDC8FC7CD4C}"/>
              </a:ext>
            </a:extLst>
          </p:cNvPr>
          <p:cNvSpPr/>
          <p:nvPr/>
        </p:nvSpPr>
        <p:spPr>
          <a:xfrm>
            <a:off x="3361706" y="1745672"/>
            <a:ext cx="5068786" cy="830997"/>
          </a:xfrm>
          <a:prstGeom prst="roundRect">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Tar </a:t>
            </a:r>
            <a:r>
              <a:rPr lang="en-US" dirty="0" err="1"/>
              <a:t>emot</a:t>
            </a:r>
            <a:r>
              <a:rPr lang="en-US" dirty="0"/>
              <a:t> </a:t>
            </a:r>
            <a:r>
              <a:rPr lang="en-US" dirty="0" err="1"/>
              <a:t>inputvärden</a:t>
            </a:r>
            <a:endParaRPr lang="en-SE" dirty="0"/>
          </a:p>
        </p:txBody>
      </p:sp>
      <p:sp>
        <p:nvSpPr>
          <p:cNvPr id="4" name="Rektangel: rundade hörn 3">
            <a:extLst>
              <a:ext uri="{FF2B5EF4-FFF2-40B4-BE49-F238E27FC236}">
                <a16:creationId xmlns:a16="http://schemas.microsoft.com/office/drawing/2014/main" id="{154B0D23-9D6C-9D53-788B-F2A581DA1C6A}"/>
              </a:ext>
            </a:extLst>
          </p:cNvPr>
          <p:cNvSpPr/>
          <p:nvPr/>
        </p:nvSpPr>
        <p:spPr>
          <a:xfrm>
            <a:off x="3361706" y="2633041"/>
            <a:ext cx="5068786" cy="830997"/>
          </a:xfrm>
          <a:prstGeom prst="roundRect">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Multiplicerar</a:t>
            </a:r>
            <a:r>
              <a:rPr lang="en-US" dirty="0"/>
              <a:t> med </a:t>
            </a:r>
            <a:r>
              <a:rPr lang="en-US" dirty="0" err="1"/>
              <a:t>vikter</a:t>
            </a:r>
            <a:endParaRPr lang="en-SE" dirty="0"/>
          </a:p>
        </p:txBody>
      </p:sp>
      <p:sp>
        <p:nvSpPr>
          <p:cNvPr id="5" name="Rektangel: rundade hörn 4">
            <a:extLst>
              <a:ext uri="{FF2B5EF4-FFF2-40B4-BE49-F238E27FC236}">
                <a16:creationId xmlns:a16="http://schemas.microsoft.com/office/drawing/2014/main" id="{79386A38-1BB2-DAAE-8693-94FBCE87B470}"/>
              </a:ext>
            </a:extLst>
          </p:cNvPr>
          <p:cNvSpPr/>
          <p:nvPr/>
        </p:nvSpPr>
        <p:spPr>
          <a:xfrm>
            <a:off x="3361706" y="3520410"/>
            <a:ext cx="5068786" cy="830997"/>
          </a:xfrm>
          <a:prstGeom prst="roundRect">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Lägger</a:t>
            </a:r>
            <a:r>
              <a:rPr lang="en-US" dirty="0"/>
              <a:t> till bias</a:t>
            </a:r>
            <a:endParaRPr lang="en-SE" dirty="0"/>
          </a:p>
        </p:txBody>
      </p:sp>
      <p:sp>
        <p:nvSpPr>
          <p:cNvPr id="7" name="Rektangel: rundade hörn 6">
            <a:extLst>
              <a:ext uri="{FF2B5EF4-FFF2-40B4-BE49-F238E27FC236}">
                <a16:creationId xmlns:a16="http://schemas.microsoft.com/office/drawing/2014/main" id="{63D4E423-C927-0987-186C-2DF9B8016B6C}"/>
              </a:ext>
            </a:extLst>
          </p:cNvPr>
          <p:cNvSpPr/>
          <p:nvPr/>
        </p:nvSpPr>
        <p:spPr>
          <a:xfrm>
            <a:off x="3361706" y="4407779"/>
            <a:ext cx="5068786" cy="830997"/>
          </a:xfrm>
          <a:prstGeom prst="roundRect">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Skickar</a:t>
            </a:r>
            <a:r>
              <a:rPr lang="en-US" dirty="0"/>
              <a:t> </a:t>
            </a:r>
            <a:r>
              <a:rPr lang="en-US" dirty="0" err="1"/>
              <a:t>resultat</a:t>
            </a:r>
            <a:r>
              <a:rPr lang="en-US" dirty="0"/>
              <a:t> </a:t>
            </a:r>
            <a:r>
              <a:rPr lang="en-US" dirty="0" err="1"/>
              <a:t>genom</a:t>
            </a:r>
            <a:r>
              <a:rPr lang="en-US" dirty="0"/>
              <a:t> </a:t>
            </a:r>
            <a:r>
              <a:rPr lang="en-US" dirty="0" err="1"/>
              <a:t>aktiveringsfunktion</a:t>
            </a:r>
            <a:endParaRPr lang="en-SE" dirty="0"/>
          </a:p>
        </p:txBody>
      </p:sp>
      <p:sp>
        <p:nvSpPr>
          <p:cNvPr id="8" name="Rektangel: rundade hörn 7">
            <a:extLst>
              <a:ext uri="{FF2B5EF4-FFF2-40B4-BE49-F238E27FC236}">
                <a16:creationId xmlns:a16="http://schemas.microsoft.com/office/drawing/2014/main" id="{7E74857B-ADD2-ADE4-93D3-3940C4174CB4}"/>
              </a:ext>
            </a:extLst>
          </p:cNvPr>
          <p:cNvSpPr/>
          <p:nvPr/>
        </p:nvSpPr>
        <p:spPr>
          <a:xfrm>
            <a:off x="3361706" y="5295148"/>
            <a:ext cx="5068786" cy="830997"/>
          </a:xfrm>
          <a:prstGeom prst="roundRect">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Producerar</a:t>
            </a:r>
            <a:r>
              <a:rPr lang="en-US" dirty="0"/>
              <a:t> output</a:t>
            </a:r>
            <a:endParaRPr lang="en-SE" dirty="0"/>
          </a:p>
        </p:txBody>
      </p:sp>
    </p:spTree>
    <p:extLst>
      <p:ext uri="{BB962C8B-B14F-4D97-AF65-F5344CB8AC3E}">
        <p14:creationId xmlns:p14="http://schemas.microsoft.com/office/powerpoint/2010/main" val="1055071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610FD-FE94-B59D-1869-72E42D9D2E2C}"/>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BB1FDA94-CE01-F359-7E99-880FC399823C}"/>
              </a:ext>
            </a:extLst>
          </p:cNvPr>
          <p:cNvSpPr txBox="1"/>
          <p:nvPr/>
        </p:nvSpPr>
        <p:spPr>
          <a:xfrm>
            <a:off x="5239330" y="122735"/>
            <a:ext cx="1713418" cy="830997"/>
          </a:xfrm>
          <a:prstGeom prst="rect">
            <a:avLst/>
          </a:prstGeom>
          <a:noFill/>
        </p:spPr>
        <p:txBody>
          <a:bodyPr wrap="none" rtlCol="0">
            <a:spAutoFit/>
          </a:bodyPr>
          <a:lstStyle/>
          <a:p>
            <a:pPr algn="ctr"/>
            <a:r>
              <a:rPr lang="sv-SE" sz="4800" dirty="0">
                <a:solidFill>
                  <a:schemeClr val="bg1"/>
                </a:solidFill>
              </a:rPr>
              <a:t>Vikter</a:t>
            </a:r>
            <a:endParaRPr lang="sv-SE" sz="4800" noProof="0" dirty="0">
              <a:solidFill>
                <a:schemeClr val="bg1"/>
              </a:solidFill>
            </a:endParaRPr>
          </a:p>
        </p:txBody>
      </p:sp>
      <p:grpSp>
        <p:nvGrpSpPr>
          <p:cNvPr id="9" name="Grupp 8">
            <a:extLst>
              <a:ext uri="{FF2B5EF4-FFF2-40B4-BE49-F238E27FC236}">
                <a16:creationId xmlns:a16="http://schemas.microsoft.com/office/drawing/2014/main" id="{4DB6BB57-118B-940E-AA0A-5BD057F97F7F}"/>
              </a:ext>
            </a:extLst>
          </p:cNvPr>
          <p:cNvGrpSpPr/>
          <p:nvPr/>
        </p:nvGrpSpPr>
        <p:grpSpPr>
          <a:xfrm>
            <a:off x="2860616" y="2152998"/>
            <a:ext cx="6470768" cy="3074323"/>
            <a:chOff x="1585520" y="2152998"/>
            <a:chExt cx="6470768" cy="3074323"/>
          </a:xfrm>
        </p:grpSpPr>
        <p:sp>
          <p:nvSpPr>
            <p:cNvPr id="8" name="Ellips 7">
              <a:extLst>
                <a:ext uri="{FF2B5EF4-FFF2-40B4-BE49-F238E27FC236}">
                  <a16:creationId xmlns:a16="http://schemas.microsoft.com/office/drawing/2014/main" id="{4FC6E6F7-72C8-EA9D-8B66-B8165F1F3AB2}"/>
                </a:ext>
              </a:extLst>
            </p:cNvPr>
            <p:cNvSpPr/>
            <p:nvPr/>
          </p:nvSpPr>
          <p:spPr>
            <a:xfrm>
              <a:off x="4981965" y="2152998"/>
              <a:ext cx="3074323" cy="3074323"/>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mc:AlternateContent xmlns:mc="http://schemas.openxmlformats.org/markup-compatibility/2006" xmlns:a14="http://schemas.microsoft.com/office/drawing/2010/main">
          <mc:Choice Requires="a14">
            <p:sp>
              <p:nvSpPr>
                <p:cNvPr id="3" name="textruta 2">
                  <a:extLst>
                    <a:ext uri="{FF2B5EF4-FFF2-40B4-BE49-F238E27FC236}">
                      <a16:creationId xmlns:a16="http://schemas.microsoft.com/office/drawing/2014/main" id="{99C38E78-FBE7-4475-55E3-5367DC8A1D44}"/>
                    </a:ext>
                  </a:extLst>
                </p:cNvPr>
                <p:cNvSpPr txBox="1"/>
                <p:nvPr/>
              </p:nvSpPr>
              <p:spPr>
                <a:xfrm>
                  <a:off x="1585520" y="2282775"/>
                  <a:ext cx="567911"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sz="2400" b="0" i="1" smtClean="0">
                                <a:solidFill>
                                  <a:schemeClr val="tx1">
                                    <a:lumMod val="50000"/>
                                    <a:lumOff val="50000"/>
                                  </a:schemeClr>
                                </a:solidFill>
                                <a:latin typeface="Cambria Math" panose="02040503050406030204" pitchFamily="18" charset="0"/>
                              </a:rPr>
                            </m:ctrlPr>
                          </m:sSubPr>
                          <m:e>
                            <m:r>
                              <a:rPr lang="en-GB" sz="2400" b="0" i="1" smtClean="0">
                                <a:solidFill>
                                  <a:schemeClr val="tx1">
                                    <a:lumMod val="50000"/>
                                    <a:lumOff val="50000"/>
                                  </a:schemeClr>
                                </a:solidFill>
                                <a:latin typeface="Cambria Math" panose="02040503050406030204" pitchFamily="18" charset="0"/>
                              </a:rPr>
                              <m:t>𝑋</m:t>
                            </m:r>
                          </m:e>
                          <m:sub>
                            <m:r>
                              <a:rPr lang="en-GB" sz="2400" b="0" i="1" smtClean="0">
                                <a:solidFill>
                                  <a:schemeClr val="tx1">
                                    <a:lumMod val="50000"/>
                                    <a:lumOff val="50000"/>
                                  </a:schemeClr>
                                </a:solidFill>
                                <a:latin typeface="Cambria Math" panose="02040503050406030204" pitchFamily="18" charset="0"/>
                              </a:rPr>
                              <m:t>1</m:t>
                            </m:r>
                          </m:sub>
                        </m:sSub>
                      </m:oMath>
                    </m:oMathPara>
                  </a14:m>
                  <a:endParaRPr lang="en-US" sz="2400" dirty="0">
                    <a:solidFill>
                      <a:schemeClr val="tx1">
                        <a:lumMod val="50000"/>
                        <a:lumOff val="50000"/>
                      </a:schemeClr>
                    </a:solidFill>
                  </a:endParaRPr>
                </a:p>
              </p:txBody>
            </p:sp>
          </mc:Choice>
          <mc:Fallback xmlns="">
            <p:sp>
              <p:nvSpPr>
                <p:cNvPr id="3" name="textruta 2">
                  <a:extLst>
                    <a:ext uri="{FF2B5EF4-FFF2-40B4-BE49-F238E27FC236}">
                      <a16:creationId xmlns:a16="http://schemas.microsoft.com/office/drawing/2014/main" id="{99C38E78-FBE7-4475-55E3-5367DC8A1D44}"/>
                    </a:ext>
                  </a:extLst>
                </p:cNvPr>
                <p:cNvSpPr txBox="1">
                  <a:spLocks noRot="1" noChangeAspect="1" noMove="1" noResize="1" noEditPoints="1" noAdjustHandles="1" noChangeArrowheads="1" noChangeShapeType="1" noTextEdit="1"/>
                </p:cNvSpPr>
                <p:nvPr/>
              </p:nvSpPr>
              <p:spPr>
                <a:xfrm>
                  <a:off x="1585520" y="2282775"/>
                  <a:ext cx="567911" cy="461665"/>
                </a:xfrm>
                <a:prstGeom prst="rect">
                  <a:avLst/>
                </a:prstGeom>
                <a:blipFill>
                  <a:blip r:embed="rId3"/>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6" name="textruta 15">
                  <a:extLst>
                    <a:ext uri="{FF2B5EF4-FFF2-40B4-BE49-F238E27FC236}">
                      <a16:creationId xmlns:a16="http://schemas.microsoft.com/office/drawing/2014/main" id="{E672A893-BFE4-C157-8795-332DCEB744A0}"/>
                    </a:ext>
                  </a:extLst>
                </p:cNvPr>
                <p:cNvSpPr txBox="1"/>
                <p:nvPr/>
              </p:nvSpPr>
              <p:spPr>
                <a:xfrm>
                  <a:off x="1585520" y="3429000"/>
                  <a:ext cx="57502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sz="2400" b="0" i="1" smtClean="0">
                                <a:solidFill>
                                  <a:schemeClr val="tx1">
                                    <a:lumMod val="50000"/>
                                    <a:lumOff val="50000"/>
                                  </a:schemeClr>
                                </a:solidFill>
                                <a:latin typeface="Cambria Math" panose="02040503050406030204" pitchFamily="18" charset="0"/>
                              </a:rPr>
                            </m:ctrlPr>
                          </m:sSubPr>
                          <m:e>
                            <m:r>
                              <a:rPr lang="en-GB" sz="2400" b="0" i="1" smtClean="0">
                                <a:solidFill>
                                  <a:schemeClr val="tx1">
                                    <a:lumMod val="50000"/>
                                    <a:lumOff val="50000"/>
                                  </a:schemeClr>
                                </a:solidFill>
                                <a:latin typeface="Cambria Math" panose="02040503050406030204" pitchFamily="18" charset="0"/>
                              </a:rPr>
                              <m:t>𝑋</m:t>
                            </m:r>
                          </m:e>
                          <m:sub>
                            <m:r>
                              <a:rPr lang="en-GB" sz="2400" b="0" i="1" smtClean="0">
                                <a:solidFill>
                                  <a:schemeClr val="tx1">
                                    <a:lumMod val="50000"/>
                                    <a:lumOff val="50000"/>
                                  </a:schemeClr>
                                </a:solidFill>
                                <a:latin typeface="Cambria Math" panose="02040503050406030204" pitchFamily="18" charset="0"/>
                              </a:rPr>
                              <m:t>2</m:t>
                            </m:r>
                          </m:sub>
                        </m:sSub>
                      </m:oMath>
                    </m:oMathPara>
                  </a14:m>
                  <a:endParaRPr lang="en-US" sz="2400" dirty="0">
                    <a:solidFill>
                      <a:schemeClr val="tx1">
                        <a:lumMod val="50000"/>
                        <a:lumOff val="50000"/>
                      </a:schemeClr>
                    </a:solidFill>
                  </a:endParaRPr>
                </a:p>
              </p:txBody>
            </p:sp>
          </mc:Choice>
          <mc:Fallback xmlns="">
            <p:sp>
              <p:nvSpPr>
                <p:cNvPr id="16" name="textruta 15">
                  <a:extLst>
                    <a:ext uri="{FF2B5EF4-FFF2-40B4-BE49-F238E27FC236}">
                      <a16:creationId xmlns:a16="http://schemas.microsoft.com/office/drawing/2014/main" id="{E672A893-BFE4-C157-8795-332DCEB744A0}"/>
                    </a:ext>
                  </a:extLst>
                </p:cNvPr>
                <p:cNvSpPr txBox="1">
                  <a:spLocks noRot="1" noChangeAspect="1" noMove="1" noResize="1" noEditPoints="1" noAdjustHandles="1" noChangeArrowheads="1" noChangeShapeType="1" noTextEdit="1"/>
                </p:cNvSpPr>
                <p:nvPr/>
              </p:nvSpPr>
              <p:spPr>
                <a:xfrm>
                  <a:off x="1585520" y="3429000"/>
                  <a:ext cx="575029" cy="461665"/>
                </a:xfrm>
                <a:prstGeom prst="rect">
                  <a:avLst/>
                </a:prstGeom>
                <a:blipFill>
                  <a:blip r:embed="rId4"/>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7" name="textruta 16">
                  <a:extLst>
                    <a:ext uri="{FF2B5EF4-FFF2-40B4-BE49-F238E27FC236}">
                      <a16:creationId xmlns:a16="http://schemas.microsoft.com/office/drawing/2014/main" id="{DB6D20D4-BFD1-77E7-4A7F-A6C0AD5EF845}"/>
                    </a:ext>
                  </a:extLst>
                </p:cNvPr>
                <p:cNvSpPr txBox="1"/>
                <p:nvPr/>
              </p:nvSpPr>
              <p:spPr>
                <a:xfrm>
                  <a:off x="1585520" y="4575225"/>
                  <a:ext cx="59490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sz="2400" b="0" i="1" smtClean="0">
                                <a:solidFill>
                                  <a:schemeClr val="tx1">
                                    <a:lumMod val="50000"/>
                                    <a:lumOff val="50000"/>
                                  </a:schemeClr>
                                </a:solidFill>
                                <a:latin typeface="Cambria Math" panose="02040503050406030204" pitchFamily="18" charset="0"/>
                              </a:rPr>
                            </m:ctrlPr>
                          </m:sSubPr>
                          <m:e>
                            <m:r>
                              <a:rPr lang="en-GB" sz="2400" b="0" i="1" smtClean="0">
                                <a:solidFill>
                                  <a:schemeClr val="tx1">
                                    <a:lumMod val="50000"/>
                                    <a:lumOff val="50000"/>
                                  </a:schemeClr>
                                </a:solidFill>
                                <a:latin typeface="Cambria Math" panose="02040503050406030204" pitchFamily="18" charset="0"/>
                              </a:rPr>
                              <m:t>𝑋</m:t>
                            </m:r>
                          </m:e>
                          <m:sub>
                            <m:r>
                              <a:rPr lang="en-GB" sz="2400" b="0" i="1" smtClean="0">
                                <a:solidFill>
                                  <a:schemeClr val="tx1">
                                    <a:lumMod val="50000"/>
                                    <a:lumOff val="50000"/>
                                  </a:schemeClr>
                                </a:solidFill>
                                <a:latin typeface="Cambria Math" panose="02040503050406030204" pitchFamily="18" charset="0"/>
                              </a:rPr>
                              <m:t>𝑛</m:t>
                            </m:r>
                          </m:sub>
                        </m:sSub>
                      </m:oMath>
                    </m:oMathPara>
                  </a14:m>
                  <a:endParaRPr lang="en-US" sz="2400" dirty="0">
                    <a:solidFill>
                      <a:schemeClr val="tx1">
                        <a:lumMod val="50000"/>
                        <a:lumOff val="50000"/>
                      </a:schemeClr>
                    </a:solidFill>
                  </a:endParaRPr>
                </a:p>
              </p:txBody>
            </p:sp>
          </mc:Choice>
          <mc:Fallback xmlns="">
            <p:sp>
              <p:nvSpPr>
                <p:cNvPr id="17" name="textruta 16">
                  <a:extLst>
                    <a:ext uri="{FF2B5EF4-FFF2-40B4-BE49-F238E27FC236}">
                      <a16:creationId xmlns:a16="http://schemas.microsoft.com/office/drawing/2014/main" id="{DB6D20D4-BFD1-77E7-4A7F-A6C0AD5EF845}"/>
                    </a:ext>
                  </a:extLst>
                </p:cNvPr>
                <p:cNvSpPr txBox="1">
                  <a:spLocks noRot="1" noChangeAspect="1" noMove="1" noResize="1" noEditPoints="1" noAdjustHandles="1" noChangeArrowheads="1" noChangeShapeType="1" noTextEdit="1"/>
                </p:cNvSpPr>
                <p:nvPr/>
              </p:nvSpPr>
              <p:spPr>
                <a:xfrm>
                  <a:off x="1585520" y="4575225"/>
                  <a:ext cx="594906" cy="461665"/>
                </a:xfrm>
                <a:prstGeom prst="rect">
                  <a:avLst/>
                </a:prstGeom>
                <a:blipFill>
                  <a:blip r:embed="rId5"/>
                  <a:stretch>
                    <a:fillRect/>
                  </a:stretch>
                </a:blipFill>
              </p:spPr>
              <p:txBody>
                <a:bodyPr/>
                <a:lstStyle/>
                <a:p>
                  <a:r>
                    <a:rPr lang="en-SE">
                      <a:noFill/>
                    </a:rPr>
                    <a:t> </a:t>
                  </a:r>
                </a:p>
              </p:txBody>
            </p:sp>
          </mc:Fallback>
        </mc:AlternateContent>
        <p:cxnSp>
          <p:nvCxnSpPr>
            <p:cNvPr id="19" name="Rak pilkoppling 18">
              <a:extLst>
                <a:ext uri="{FF2B5EF4-FFF2-40B4-BE49-F238E27FC236}">
                  <a16:creationId xmlns:a16="http://schemas.microsoft.com/office/drawing/2014/main" id="{90DEA536-1E97-0222-9694-3302179469BC}"/>
                </a:ext>
              </a:extLst>
            </p:cNvPr>
            <p:cNvCxnSpPr>
              <a:cxnSpLocks/>
              <a:stCxn id="3" idx="3"/>
              <a:endCxn id="28" idx="2"/>
            </p:cNvCxnSpPr>
            <p:nvPr/>
          </p:nvCxnSpPr>
          <p:spPr>
            <a:xfrm>
              <a:off x="2153431" y="2513608"/>
              <a:ext cx="843048" cy="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Rak pilkoppling 19">
              <a:extLst>
                <a:ext uri="{FF2B5EF4-FFF2-40B4-BE49-F238E27FC236}">
                  <a16:creationId xmlns:a16="http://schemas.microsoft.com/office/drawing/2014/main" id="{C9AC94D4-C97B-D59F-442F-CCCC1CB6002E}"/>
                </a:ext>
              </a:extLst>
            </p:cNvPr>
            <p:cNvCxnSpPr>
              <a:cxnSpLocks/>
              <a:stCxn id="16" idx="3"/>
              <a:endCxn id="54" idx="2"/>
            </p:cNvCxnSpPr>
            <p:nvPr/>
          </p:nvCxnSpPr>
          <p:spPr>
            <a:xfrm flipV="1">
              <a:off x="2160549" y="3659829"/>
              <a:ext cx="835930" cy="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Rak pilkoppling 21">
              <a:extLst>
                <a:ext uri="{FF2B5EF4-FFF2-40B4-BE49-F238E27FC236}">
                  <a16:creationId xmlns:a16="http://schemas.microsoft.com/office/drawing/2014/main" id="{AFB2BBEE-FD37-50BA-A8FE-1EAEC05DBEC3}"/>
                </a:ext>
              </a:extLst>
            </p:cNvPr>
            <p:cNvCxnSpPr>
              <a:cxnSpLocks/>
              <a:stCxn id="17" idx="3"/>
              <a:endCxn id="56" idx="2"/>
            </p:cNvCxnSpPr>
            <p:nvPr/>
          </p:nvCxnSpPr>
          <p:spPr>
            <a:xfrm flipV="1">
              <a:off x="2180426" y="4806045"/>
              <a:ext cx="816053" cy="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4" name="Ellips 53">
                  <a:extLst>
                    <a:ext uri="{FF2B5EF4-FFF2-40B4-BE49-F238E27FC236}">
                      <a16:creationId xmlns:a16="http://schemas.microsoft.com/office/drawing/2014/main" id="{0697BEBF-489B-D1FC-B338-B42E76A4FAB7}"/>
                    </a:ext>
                  </a:extLst>
                </p:cNvPr>
                <p:cNvSpPr/>
                <p:nvPr/>
              </p:nvSpPr>
              <p:spPr>
                <a:xfrm>
                  <a:off x="2996479" y="3343945"/>
                  <a:ext cx="631767" cy="631767"/>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left"/>
                      </m:oMathParaPr>
                      <m:oMath xmlns:m="http://schemas.openxmlformats.org/officeDocument/2006/math">
                        <m:sSub>
                          <m:sSubPr>
                            <m:ctrlPr>
                              <a:rPr lang="en-GB" sz="2400" b="0" i="1" smtClean="0">
                                <a:latin typeface="Cambria Math" panose="02040503050406030204" pitchFamily="18" charset="0"/>
                                <a:ea typeface="Cambria Math" panose="02040503050406030204" pitchFamily="18" charset="0"/>
                              </a:rPr>
                            </m:ctrlPr>
                          </m:sSubPr>
                          <m:e>
                            <m:r>
                              <m:rPr>
                                <m:sty m:val="p"/>
                              </m:rPr>
                              <a:rPr lang="el-GR" sz="2400" b="0" i="1" smtClean="0">
                                <a:latin typeface="Cambria Math" panose="02040503050406030204" pitchFamily="18" charset="0"/>
                                <a:ea typeface="Cambria Math" panose="02040503050406030204" pitchFamily="18" charset="0"/>
                              </a:rPr>
                              <m:t>ω</m:t>
                            </m:r>
                          </m:e>
                          <m:sub>
                            <m:r>
                              <a:rPr lang="en-GB" sz="2400" b="0" i="1" smtClean="0">
                                <a:latin typeface="Cambria Math" panose="02040503050406030204" pitchFamily="18" charset="0"/>
                                <a:ea typeface="Cambria Math" panose="02040503050406030204" pitchFamily="18" charset="0"/>
                              </a:rPr>
                              <m:t>2</m:t>
                            </m:r>
                          </m:sub>
                        </m:sSub>
                      </m:oMath>
                    </m:oMathPara>
                  </a14:m>
                  <a:endParaRPr lang="en-SE" sz="2400" dirty="0"/>
                </a:p>
              </p:txBody>
            </p:sp>
          </mc:Choice>
          <mc:Fallback xmlns="">
            <p:sp>
              <p:nvSpPr>
                <p:cNvPr id="54" name="Ellips 53">
                  <a:extLst>
                    <a:ext uri="{FF2B5EF4-FFF2-40B4-BE49-F238E27FC236}">
                      <a16:creationId xmlns:a16="http://schemas.microsoft.com/office/drawing/2014/main" id="{0697BEBF-489B-D1FC-B338-B42E76A4FAB7}"/>
                    </a:ext>
                  </a:extLst>
                </p:cNvPr>
                <p:cNvSpPr>
                  <a:spLocks noRot="1" noChangeAspect="1" noMove="1" noResize="1" noEditPoints="1" noAdjustHandles="1" noChangeArrowheads="1" noChangeShapeType="1" noTextEdit="1"/>
                </p:cNvSpPr>
                <p:nvPr/>
              </p:nvSpPr>
              <p:spPr>
                <a:xfrm>
                  <a:off x="2996479" y="3343945"/>
                  <a:ext cx="631767" cy="631767"/>
                </a:xfrm>
                <a:prstGeom prst="ellipse">
                  <a:avLst/>
                </a:prstGeom>
                <a:blipFill>
                  <a:blip r:embed="rId6"/>
                  <a:stretch>
                    <a:fillRect/>
                  </a:stretch>
                </a:blipFill>
                <a:ln>
                  <a:solidFill>
                    <a:srgbClr val="07425D"/>
                  </a:solidFill>
                </a:ln>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56" name="Ellips 55">
                  <a:extLst>
                    <a:ext uri="{FF2B5EF4-FFF2-40B4-BE49-F238E27FC236}">
                      <a16:creationId xmlns:a16="http://schemas.microsoft.com/office/drawing/2014/main" id="{7EF3BBA5-9BC8-FA43-48E0-59463B980860}"/>
                    </a:ext>
                  </a:extLst>
                </p:cNvPr>
                <p:cNvSpPr/>
                <p:nvPr/>
              </p:nvSpPr>
              <p:spPr>
                <a:xfrm>
                  <a:off x="2996479" y="4490161"/>
                  <a:ext cx="631767" cy="631767"/>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left"/>
                      </m:oMathParaPr>
                      <m:oMath xmlns:m="http://schemas.openxmlformats.org/officeDocument/2006/math">
                        <m:sSub>
                          <m:sSubPr>
                            <m:ctrlPr>
                              <a:rPr lang="en-GB" sz="2400" b="0" i="1" smtClean="0">
                                <a:latin typeface="Cambria Math" panose="02040503050406030204" pitchFamily="18" charset="0"/>
                                <a:ea typeface="Cambria Math" panose="02040503050406030204" pitchFamily="18" charset="0"/>
                              </a:rPr>
                            </m:ctrlPr>
                          </m:sSubPr>
                          <m:e>
                            <m:r>
                              <m:rPr>
                                <m:sty m:val="p"/>
                              </m:rPr>
                              <a:rPr lang="el-GR" sz="2400" b="0" i="1" smtClean="0">
                                <a:latin typeface="Cambria Math" panose="02040503050406030204" pitchFamily="18" charset="0"/>
                                <a:ea typeface="Cambria Math" panose="02040503050406030204" pitchFamily="18" charset="0"/>
                              </a:rPr>
                              <m:t>ω</m:t>
                            </m:r>
                          </m:e>
                          <m:sub>
                            <m:r>
                              <a:rPr lang="en-GB" sz="2400" b="0" i="1" smtClean="0">
                                <a:latin typeface="Cambria Math" panose="02040503050406030204" pitchFamily="18" charset="0"/>
                                <a:ea typeface="Cambria Math" panose="02040503050406030204" pitchFamily="18" charset="0"/>
                              </a:rPr>
                              <m:t>𝑛</m:t>
                            </m:r>
                          </m:sub>
                        </m:sSub>
                      </m:oMath>
                    </m:oMathPara>
                  </a14:m>
                  <a:endParaRPr lang="en-SE" sz="2400" dirty="0"/>
                </a:p>
              </p:txBody>
            </p:sp>
          </mc:Choice>
          <mc:Fallback xmlns="">
            <p:sp>
              <p:nvSpPr>
                <p:cNvPr id="56" name="Ellips 55">
                  <a:extLst>
                    <a:ext uri="{FF2B5EF4-FFF2-40B4-BE49-F238E27FC236}">
                      <a16:creationId xmlns:a16="http://schemas.microsoft.com/office/drawing/2014/main" id="{7EF3BBA5-9BC8-FA43-48E0-59463B980860}"/>
                    </a:ext>
                  </a:extLst>
                </p:cNvPr>
                <p:cNvSpPr>
                  <a:spLocks noRot="1" noChangeAspect="1" noMove="1" noResize="1" noEditPoints="1" noAdjustHandles="1" noChangeArrowheads="1" noChangeShapeType="1" noTextEdit="1"/>
                </p:cNvSpPr>
                <p:nvPr/>
              </p:nvSpPr>
              <p:spPr>
                <a:xfrm>
                  <a:off x="2996479" y="4490161"/>
                  <a:ext cx="631767" cy="631767"/>
                </a:xfrm>
                <a:prstGeom prst="ellipse">
                  <a:avLst/>
                </a:prstGeom>
                <a:blipFill>
                  <a:blip r:embed="rId7"/>
                  <a:stretch>
                    <a:fillRect/>
                  </a:stretch>
                </a:blipFill>
                <a:ln>
                  <a:solidFill>
                    <a:srgbClr val="07425D"/>
                  </a:solidFill>
                </a:ln>
              </p:spPr>
              <p:txBody>
                <a:bodyPr/>
                <a:lstStyle/>
                <a:p>
                  <a:r>
                    <a:rPr lang="en-SE">
                      <a:noFill/>
                    </a:rPr>
                    <a:t> </a:t>
                  </a:r>
                </a:p>
              </p:txBody>
            </p:sp>
          </mc:Fallback>
        </mc:AlternateContent>
        <p:cxnSp>
          <p:nvCxnSpPr>
            <p:cNvPr id="62" name="Rak pilkoppling 61">
              <a:extLst>
                <a:ext uri="{FF2B5EF4-FFF2-40B4-BE49-F238E27FC236}">
                  <a16:creationId xmlns:a16="http://schemas.microsoft.com/office/drawing/2014/main" id="{1D738E83-E6DD-7028-ABEF-A98F14FFF84E}"/>
                </a:ext>
              </a:extLst>
            </p:cNvPr>
            <p:cNvCxnSpPr>
              <a:cxnSpLocks/>
              <a:endCxn id="8" idx="2"/>
            </p:cNvCxnSpPr>
            <p:nvPr/>
          </p:nvCxnSpPr>
          <p:spPr>
            <a:xfrm>
              <a:off x="3494856" y="2498447"/>
              <a:ext cx="1487109" cy="1191713"/>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68" name="Rak pilkoppling 67">
              <a:extLst>
                <a:ext uri="{FF2B5EF4-FFF2-40B4-BE49-F238E27FC236}">
                  <a16:creationId xmlns:a16="http://schemas.microsoft.com/office/drawing/2014/main" id="{872645B1-ADBB-64DD-9BC5-D4683665B227}"/>
                </a:ext>
              </a:extLst>
            </p:cNvPr>
            <p:cNvCxnSpPr>
              <a:cxnSpLocks/>
              <a:stCxn id="54" idx="6"/>
              <a:endCxn id="8" idx="2"/>
            </p:cNvCxnSpPr>
            <p:nvPr/>
          </p:nvCxnSpPr>
          <p:spPr>
            <a:xfrm>
              <a:off x="3628246" y="3659829"/>
              <a:ext cx="1353719" cy="30331"/>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74" name="Rak pilkoppling 73">
              <a:extLst>
                <a:ext uri="{FF2B5EF4-FFF2-40B4-BE49-F238E27FC236}">
                  <a16:creationId xmlns:a16="http://schemas.microsoft.com/office/drawing/2014/main" id="{59F27896-78B5-558D-AE69-50B18678FA4C}"/>
                </a:ext>
              </a:extLst>
            </p:cNvPr>
            <p:cNvCxnSpPr>
              <a:cxnSpLocks/>
              <a:stCxn id="56" idx="6"/>
              <a:endCxn id="8" idx="2"/>
            </p:cNvCxnSpPr>
            <p:nvPr/>
          </p:nvCxnSpPr>
          <p:spPr>
            <a:xfrm flipV="1">
              <a:off x="3628246" y="3690160"/>
              <a:ext cx="1353719" cy="111588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81" name="Rak koppling 80">
              <a:extLst>
                <a:ext uri="{FF2B5EF4-FFF2-40B4-BE49-F238E27FC236}">
                  <a16:creationId xmlns:a16="http://schemas.microsoft.com/office/drawing/2014/main" id="{F6D2A559-FC0B-B26E-A2BC-5DCA8F1F8A95}"/>
                </a:ext>
              </a:extLst>
            </p:cNvPr>
            <p:cNvCxnSpPr>
              <a:cxnSpLocks/>
              <a:stCxn id="8" idx="7"/>
              <a:endCxn id="8" idx="3"/>
            </p:cNvCxnSpPr>
            <p:nvPr/>
          </p:nvCxnSpPr>
          <p:spPr>
            <a:xfrm flipH="1">
              <a:off x="5432189" y="2603222"/>
              <a:ext cx="2173875" cy="2173875"/>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5" name="textruta 84">
                  <a:extLst>
                    <a:ext uri="{FF2B5EF4-FFF2-40B4-BE49-F238E27FC236}">
                      <a16:creationId xmlns:a16="http://schemas.microsoft.com/office/drawing/2014/main" id="{6D33957C-6FE4-77A4-489F-37402B9ACFC0}"/>
                    </a:ext>
                  </a:extLst>
                </p:cNvPr>
                <p:cNvSpPr txBox="1"/>
                <p:nvPr/>
              </p:nvSpPr>
              <p:spPr>
                <a:xfrm>
                  <a:off x="5745324" y="2744440"/>
                  <a:ext cx="773802" cy="98668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GB" sz="2400" b="0" i="1" smtClean="0">
                                <a:solidFill>
                                  <a:schemeClr val="bg1"/>
                                </a:solidFill>
                                <a:latin typeface="Cambria Math" panose="02040503050406030204" pitchFamily="18" charset="0"/>
                              </a:rPr>
                            </m:ctrlPr>
                          </m:naryPr>
                          <m:sub/>
                          <m:sup/>
                          <m:e>
                            <m:r>
                              <a:rPr lang="en-GB" sz="2400" b="0" i="1" smtClean="0">
                                <a:solidFill>
                                  <a:schemeClr val="bg1"/>
                                </a:solidFill>
                                <a:latin typeface="Cambria Math" panose="02040503050406030204" pitchFamily="18" charset="0"/>
                              </a:rPr>
                              <m:t> </m:t>
                            </m:r>
                          </m:e>
                        </m:nary>
                      </m:oMath>
                    </m:oMathPara>
                  </a14:m>
                  <a:endParaRPr lang="en-US" sz="2400" dirty="0">
                    <a:solidFill>
                      <a:schemeClr val="bg1"/>
                    </a:solidFill>
                  </a:endParaRPr>
                </a:p>
              </p:txBody>
            </p:sp>
          </mc:Choice>
          <mc:Fallback xmlns="">
            <p:sp>
              <p:nvSpPr>
                <p:cNvPr id="85" name="textruta 84">
                  <a:extLst>
                    <a:ext uri="{FF2B5EF4-FFF2-40B4-BE49-F238E27FC236}">
                      <a16:creationId xmlns:a16="http://schemas.microsoft.com/office/drawing/2014/main" id="{6D33957C-6FE4-77A4-489F-37402B9ACFC0}"/>
                    </a:ext>
                  </a:extLst>
                </p:cNvPr>
                <p:cNvSpPr txBox="1">
                  <a:spLocks noRot="1" noChangeAspect="1" noMove="1" noResize="1" noEditPoints="1" noAdjustHandles="1" noChangeArrowheads="1" noChangeShapeType="1" noTextEdit="1"/>
                </p:cNvSpPr>
                <p:nvPr/>
              </p:nvSpPr>
              <p:spPr>
                <a:xfrm>
                  <a:off x="5745324" y="2744440"/>
                  <a:ext cx="773802" cy="986680"/>
                </a:xfrm>
                <a:prstGeom prst="rect">
                  <a:avLst/>
                </a:prstGeom>
                <a:blipFill>
                  <a:blip r:embed="rId8"/>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86" name="textruta 85">
                  <a:extLst>
                    <a:ext uri="{FF2B5EF4-FFF2-40B4-BE49-F238E27FC236}">
                      <a16:creationId xmlns:a16="http://schemas.microsoft.com/office/drawing/2014/main" id="{964D2184-2694-8239-E386-7B3B451E1F6B}"/>
                    </a:ext>
                  </a:extLst>
                </p:cNvPr>
                <p:cNvSpPr txBox="1"/>
                <p:nvPr/>
              </p:nvSpPr>
              <p:spPr>
                <a:xfrm>
                  <a:off x="6519126" y="3673247"/>
                  <a:ext cx="1227324" cy="9019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sz="4800" b="0" i="1" smtClean="0">
                                <a:solidFill>
                                  <a:schemeClr val="bg1"/>
                                </a:solidFill>
                                <a:latin typeface="Cambria Math" panose="02040503050406030204" pitchFamily="18" charset="0"/>
                              </a:rPr>
                            </m:ctrlPr>
                          </m:sSubPr>
                          <m:e>
                            <m:r>
                              <a:rPr lang="en-GB" sz="4800" b="0" i="1" smtClean="0">
                                <a:solidFill>
                                  <a:schemeClr val="bg1"/>
                                </a:solidFill>
                                <a:latin typeface="Cambria Math" panose="02040503050406030204" pitchFamily="18" charset="0"/>
                              </a:rPr>
                              <m:t>𝑓</m:t>
                            </m:r>
                          </m:e>
                          <m:sub>
                            <m:d>
                              <m:dPr>
                                <m:ctrlPr>
                                  <a:rPr lang="en-GB" sz="4800" b="0" i="1" smtClean="0">
                                    <a:solidFill>
                                      <a:schemeClr val="bg1"/>
                                    </a:solidFill>
                                    <a:latin typeface="Cambria Math" panose="02040503050406030204" pitchFamily="18" charset="0"/>
                                  </a:rPr>
                                </m:ctrlPr>
                              </m:dPr>
                              <m:e>
                                <m:r>
                                  <a:rPr lang="en-GB" sz="4800" b="0" i="1" smtClean="0">
                                    <a:solidFill>
                                      <a:schemeClr val="bg1"/>
                                    </a:solidFill>
                                    <a:latin typeface="Cambria Math" panose="02040503050406030204" pitchFamily="18" charset="0"/>
                                  </a:rPr>
                                  <m:t>𝑥</m:t>
                                </m:r>
                              </m:e>
                            </m:d>
                          </m:sub>
                        </m:sSub>
                      </m:oMath>
                    </m:oMathPara>
                  </a14:m>
                  <a:endParaRPr lang="en-US" sz="4800" dirty="0">
                    <a:solidFill>
                      <a:schemeClr val="bg1"/>
                    </a:solidFill>
                  </a:endParaRPr>
                </a:p>
              </p:txBody>
            </p:sp>
          </mc:Choice>
          <mc:Fallback xmlns="">
            <p:sp>
              <p:nvSpPr>
                <p:cNvPr id="86" name="textruta 85">
                  <a:extLst>
                    <a:ext uri="{FF2B5EF4-FFF2-40B4-BE49-F238E27FC236}">
                      <a16:creationId xmlns:a16="http://schemas.microsoft.com/office/drawing/2014/main" id="{964D2184-2694-8239-E386-7B3B451E1F6B}"/>
                    </a:ext>
                  </a:extLst>
                </p:cNvPr>
                <p:cNvSpPr txBox="1">
                  <a:spLocks noRot="1" noChangeAspect="1" noMove="1" noResize="1" noEditPoints="1" noAdjustHandles="1" noChangeArrowheads="1" noChangeShapeType="1" noTextEdit="1"/>
                </p:cNvSpPr>
                <p:nvPr/>
              </p:nvSpPr>
              <p:spPr>
                <a:xfrm>
                  <a:off x="6519126" y="3673247"/>
                  <a:ext cx="1227324" cy="901978"/>
                </a:xfrm>
                <a:prstGeom prst="rect">
                  <a:avLst/>
                </a:prstGeom>
                <a:blipFill>
                  <a:blip r:embed="rId9"/>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8" name="Ellips 27">
                  <a:extLst>
                    <a:ext uri="{FF2B5EF4-FFF2-40B4-BE49-F238E27FC236}">
                      <a16:creationId xmlns:a16="http://schemas.microsoft.com/office/drawing/2014/main" id="{C7E6029D-62AC-7E7A-BB3F-C4B2F3FC24B9}"/>
                    </a:ext>
                  </a:extLst>
                </p:cNvPr>
                <p:cNvSpPr/>
                <p:nvPr/>
              </p:nvSpPr>
              <p:spPr>
                <a:xfrm>
                  <a:off x="2996479" y="2197729"/>
                  <a:ext cx="631767" cy="631767"/>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left"/>
                      </m:oMathParaPr>
                      <m:oMath xmlns:m="http://schemas.openxmlformats.org/officeDocument/2006/math">
                        <m:sSub>
                          <m:sSubPr>
                            <m:ctrlPr>
                              <a:rPr lang="en-GB" sz="2400" b="0" i="1" smtClean="0">
                                <a:latin typeface="Cambria Math" panose="02040503050406030204" pitchFamily="18" charset="0"/>
                                <a:ea typeface="Cambria Math" panose="02040503050406030204" pitchFamily="18" charset="0"/>
                              </a:rPr>
                            </m:ctrlPr>
                          </m:sSubPr>
                          <m:e>
                            <m:r>
                              <m:rPr>
                                <m:sty m:val="p"/>
                              </m:rPr>
                              <a:rPr lang="el-GR" sz="2400" b="0" i="1" smtClean="0">
                                <a:latin typeface="Cambria Math" panose="02040503050406030204" pitchFamily="18" charset="0"/>
                                <a:ea typeface="Cambria Math" panose="02040503050406030204" pitchFamily="18" charset="0"/>
                              </a:rPr>
                              <m:t>ω</m:t>
                            </m:r>
                          </m:e>
                          <m:sub>
                            <m:r>
                              <a:rPr lang="en-GB" sz="2400" b="0" i="1" smtClean="0">
                                <a:latin typeface="Cambria Math" panose="02040503050406030204" pitchFamily="18" charset="0"/>
                                <a:ea typeface="Cambria Math" panose="02040503050406030204" pitchFamily="18" charset="0"/>
                              </a:rPr>
                              <m:t>1</m:t>
                            </m:r>
                          </m:sub>
                        </m:sSub>
                      </m:oMath>
                    </m:oMathPara>
                  </a14:m>
                  <a:endParaRPr lang="en-SE" sz="2400" dirty="0"/>
                </a:p>
              </p:txBody>
            </p:sp>
          </mc:Choice>
          <mc:Fallback xmlns="">
            <p:sp>
              <p:nvSpPr>
                <p:cNvPr id="28" name="Ellips 27">
                  <a:extLst>
                    <a:ext uri="{FF2B5EF4-FFF2-40B4-BE49-F238E27FC236}">
                      <a16:creationId xmlns:a16="http://schemas.microsoft.com/office/drawing/2014/main" id="{C7E6029D-62AC-7E7A-BB3F-C4B2F3FC24B9}"/>
                    </a:ext>
                  </a:extLst>
                </p:cNvPr>
                <p:cNvSpPr>
                  <a:spLocks noRot="1" noChangeAspect="1" noMove="1" noResize="1" noEditPoints="1" noAdjustHandles="1" noChangeArrowheads="1" noChangeShapeType="1" noTextEdit="1"/>
                </p:cNvSpPr>
                <p:nvPr/>
              </p:nvSpPr>
              <p:spPr>
                <a:xfrm>
                  <a:off x="2996479" y="2197729"/>
                  <a:ext cx="631767" cy="631767"/>
                </a:xfrm>
                <a:prstGeom prst="ellipse">
                  <a:avLst/>
                </a:prstGeom>
                <a:blipFill>
                  <a:blip r:embed="rId10"/>
                  <a:stretch>
                    <a:fillRect/>
                  </a:stretch>
                </a:blipFill>
                <a:ln>
                  <a:solidFill>
                    <a:srgbClr val="07425D"/>
                  </a:solidFill>
                </a:ln>
              </p:spPr>
              <p:txBody>
                <a:bodyPr/>
                <a:lstStyle/>
                <a:p>
                  <a:r>
                    <a:rPr lang="en-SE">
                      <a:noFill/>
                    </a:rPr>
                    <a:t> </a:t>
                  </a:r>
                </a:p>
              </p:txBody>
            </p:sp>
          </mc:Fallback>
        </mc:AlternateContent>
        <p:sp>
          <p:nvSpPr>
            <p:cNvPr id="5" name="textruta 4">
              <a:extLst>
                <a:ext uri="{FF2B5EF4-FFF2-40B4-BE49-F238E27FC236}">
                  <a16:creationId xmlns:a16="http://schemas.microsoft.com/office/drawing/2014/main" id="{0FAB3AB0-F3BF-1482-FCBB-40D376CDAD2A}"/>
                </a:ext>
              </a:extLst>
            </p:cNvPr>
            <p:cNvSpPr txBox="1"/>
            <p:nvPr/>
          </p:nvSpPr>
          <p:spPr>
            <a:xfrm>
              <a:off x="3734022" y="2155131"/>
              <a:ext cx="895693" cy="426207"/>
            </a:xfrm>
            <a:prstGeom prst="rect">
              <a:avLst/>
            </a:prstGeom>
            <a:noFill/>
          </p:spPr>
          <p:txBody>
            <a:bodyPr wrap="none" rtlCol="0">
              <a:spAutoFit/>
            </a:bodyPr>
            <a:lstStyle/>
            <a:p>
              <a:pPr algn="ctr">
                <a:lnSpc>
                  <a:spcPct val="150000"/>
                </a:lnSpc>
              </a:pPr>
              <a:r>
                <a:rPr lang="sv-SE" sz="1600" noProof="0" dirty="0">
                  <a:solidFill>
                    <a:schemeClr val="bg1"/>
                  </a:solidFill>
                </a:rPr>
                <a:t>Stor vikt</a:t>
              </a:r>
            </a:p>
          </p:txBody>
        </p:sp>
        <p:sp>
          <p:nvSpPr>
            <p:cNvPr id="6" name="textruta 5">
              <a:extLst>
                <a:ext uri="{FF2B5EF4-FFF2-40B4-BE49-F238E27FC236}">
                  <a16:creationId xmlns:a16="http://schemas.microsoft.com/office/drawing/2014/main" id="{52482294-6F72-2D27-7C04-A98325044AB8}"/>
                </a:ext>
              </a:extLst>
            </p:cNvPr>
            <p:cNvSpPr txBox="1"/>
            <p:nvPr/>
          </p:nvSpPr>
          <p:spPr>
            <a:xfrm>
              <a:off x="3611391" y="3252606"/>
              <a:ext cx="971035" cy="426207"/>
            </a:xfrm>
            <a:prstGeom prst="rect">
              <a:avLst/>
            </a:prstGeom>
            <a:noFill/>
          </p:spPr>
          <p:txBody>
            <a:bodyPr wrap="none" rtlCol="0">
              <a:spAutoFit/>
            </a:bodyPr>
            <a:lstStyle/>
            <a:p>
              <a:pPr algn="ctr">
                <a:lnSpc>
                  <a:spcPct val="150000"/>
                </a:lnSpc>
              </a:pPr>
              <a:r>
                <a:rPr lang="sv-SE" sz="1600" noProof="0" dirty="0">
                  <a:solidFill>
                    <a:schemeClr val="bg1"/>
                  </a:solidFill>
                </a:rPr>
                <a:t>Liten vikt</a:t>
              </a:r>
            </a:p>
          </p:txBody>
        </p:sp>
        <p:sp>
          <p:nvSpPr>
            <p:cNvPr id="7" name="textruta 6">
              <a:extLst>
                <a:ext uri="{FF2B5EF4-FFF2-40B4-BE49-F238E27FC236}">
                  <a16:creationId xmlns:a16="http://schemas.microsoft.com/office/drawing/2014/main" id="{CE9D8DD5-3E7F-490C-1194-579AC25D572F}"/>
                </a:ext>
              </a:extLst>
            </p:cNvPr>
            <p:cNvSpPr txBox="1"/>
            <p:nvPr/>
          </p:nvSpPr>
          <p:spPr>
            <a:xfrm>
              <a:off x="3661003" y="4603388"/>
              <a:ext cx="1198020" cy="426207"/>
            </a:xfrm>
            <a:prstGeom prst="rect">
              <a:avLst/>
            </a:prstGeom>
            <a:noFill/>
          </p:spPr>
          <p:txBody>
            <a:bodyPr wrap="none" rtlCol="0">
              <a:spAutoFit/>
            </a:bodyPr>
            <a:lstStyle/>
            <a:p>
              <a:pPr algn="ctr">
                <a:lnSpc>
                  <a:spcPct val="150000"/>
                </a:lnSpc>
              </a:pPr>
              <a:r>
                <a:rPr lang="sv-SE" sz="1600" noProof="0" dirty="0">
                  <a:solidFill>
                    <a:schemeClr val="bg1"/>
                  </a:solidFill>
                </a:rPr>
                <a:t>Negativ vikt</a:t>
              </a:r>
            </a:p>
          </p:txBody>
        </p:sp>
      </p:grpSp>
    </p:spTree>
    <p:extLst>
      <p:ext uri="{BB962C8B-B14F-4D97-AF65-F5344CB8AC3E}">
        <p14:creationId xmlns:p14="http://schemas.microsoft.com/office/powerpoint/2010/main" val="2546422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D7EFA-77B8-AA36-A5DC-02CA5847B462}"/>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CF25E5BD-293B-BE5E-6236-2306ECF00921}"/>
              </a:ext>
            </a:extLst>
          </p:cNvPr>
          <p:cNvSpPr txBox="1"/>
          <p:nvPr/>
        </p:nvSpPr>
        <p:spPr>
          <a:xfrm>
            <a:off x="5430632" y="122735"/>
            <a:ext cx="1330814" cy="830997"/>
          </a:xfrm>
          <a:prstGeom prst="rect">
            <a:avLst/>
          </a:prstGeom>
          <a:noFill/>
        </p:spPr>
        <p:txBody>
          <a:bodyPr wrap="none" rtlCol="0">
            <a:spAutoFit/>
          </a:bodyPr>
          <a:lstStyle/>
          <a:p>
            <a:pPr algn="ctr"/>
            <a:r>
              <a:rPr lang="sv-SE" sz="4800" dirty="0">
                <a:solidFill>
                  <a:schemeClr val="bg1"/>
                </a:solidFill>
              </a:rPr>
              <a:t>Bias</a:t>
            </a:r>
            <a:endParaRPr lang="sv-SE" sz="4800" noProof="0" dirty="0">
              <a:solidFill>
                <a:schemeClr val="bg1"/>
              </a:solidFill>
            </a:endParaRPr>
          </a:p>
        </p:txBody>
      </p:sp>
      <p:grpSp>
        <p:nvGrpSpPr>
          <p:cNvPr id="25" name="Grupp 24">
            <a:extLst>
              <a:ext uri="{FF2B5EF4-FFF2-40B4-BE49-F238E27FC236}">
                <a16:creationId xmlns:a16="http://schemas.microsoft.com/office/drawing/2014/main" id="{BD1DEDD3-D2FF-7110-D401-8345A4CFE964}"/>
              </a:ext>
            </a:extLst>
          </p:cNvPr>
          <p:cNvGrpSpPr/>
          <p:nvPr/>
        </p:nvGrpSpPr>
        <p:grpSpPr>
          <a:xfrm>
            <a:off x="1291715" y="2152998"/>
            <a:ext cx="9608570" cy="3074323"/>
            <a:chOff x="1291715" y="2152998"/>
            <a:chExt cx="9608570" cy="3074323"/>
          </a:xfrm>
        </p:grpSpPr>
        <p:sp>
          <p:nvSpPr>
            <p:cNvPr id="8" name="Ellips 7">
              <a:extLst>
                <a:ext uri="{FF2B5EF4-FFF2-40B4-BE49-F238E27FC236}">
                  <a16:creationId xmlns:a16="http://schemas.microsoft.com/office/drawing/2014/main" id="{6CB86C57-C0B0-1C32-7033-8753EE28E5AF}"/>
                </a:ext>
              </a:extLst>
            </p:cNvPr>
            <p:cNvSpPr/>
            <p:nvPr/>
          </p:nvSpPr>
          <p:spPr>
            <a:xfrm>
              <a:off x="7825962" y="2152998"/>
              <a:ext cx="3074323" cy="3074323"/>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mc:AlternateContent xmlns:mc="http://schemas.openxmlformats.org/markup-compatibility/2006" xmlns:a14="http://schemas.microsoft.com/office/drawing/2010/main">
          <mc:Choice Requires="a14">
            <p:sp>
              <p:nvSpPr>
                <p:cNvPr id="3" name="textruta 2">
                  <a:extLst>
                    <a:ext uri="{FF2B5EF4-FFF2-40B4-BE49-F238E27FC236}">
                      <a16:creationId xmlns:a16="http://schemas.microsoft.com/office/drawing/2014/main" id="{ED0F6EB8-B8DB-BE71-D389-9F7341323960}"/>
                    </a:ext>
                  </a:extLst>
                </p:cNvPr>
                <p:cNvSpPr txBox="1"/>
                <p:nvPr/>
              </p:nvSpPr>
              <p:spPr>
                <a:xfrm>
                  <a:off x="1291715" y="3259816"/>
                  <a:ext cx="567911"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sz="2400" b="0" i="1" smtClean="0">
                                <a:solidFill>
                                  <a:schemeClr val="tx1">
                                    <a:lumMod val="50000"/>
                                    <a:lumOff val="50000"/>
                                  </a:schemeClr>
                                </a:solidFill>
                                <a:latin typeface="Cambria Math" panose="02040503050406030204" pitchFamily="18" charset="0"/>
                              </a:rPr>
                            </m:ctrlPr>
                          </m:sSubPr>
                          <m:e>
                            <m:r>
                              <a:rPr lang="en-GB" sz="2400" b="0" i="1" smtClean="0">
                                <a:solidFill>
                                  <a:schemeClr val="tx1">
                                    <a:lumMod val="50000"/>
                                    <a:lumOff val="50000"/>
                                  </a:schemeClr>
                                </a:solidFill>
                                <a:latin typeface="Cambria Math" panose="02040503050406030204" pitchFamily="18" charset="0"/>
                              </a:rPr>
                              <m:t>𝑋</m:t>
                            </m:r>
                          </m:e>
                          <m:sub>
                            <m:r>
                              <a:rPr lang="en-GB" sz="2400" b="0" i="1" smtClean="0">
                                <a:solidFill>
                                  <a:schemeClr val="tx1">
                                    <a:lumMod val="50000"/>
                                    <a:lumOff val="50000"/>
                                  </a:schemeClr>
                                </a:solidFill>
                                <a:latin typeface="Cambria Math" panose="02040503050406030204" pitchFamily="18" charset="0"/>
                              </a:rPr>
                              <m:t>1</m:t>
                            </m:r>
                          </m:sub>
                        </m:sSub>
                      </m:oMath>
                    </m:oMathPara>
                  </a14:m>
                  <a:endParaRPr lang="en-US" sz="2400" dirty="0">
                    <a:solidFill>
                      <a:schemeClr val="tx1">
                        <a:lumMod val="50000"/>
                        <a:lumOff val="50000"/>
                      </a:schemeClr>
                    </a:solidFill>
                  </a:endParaRPr>
                </a:p>
              </p:txBody>
            </p:sp>
          </mc:Choice>
          <mc:Fallback xmlns="">
            <p:sp>
              <p:nvSpPr>
                <p:cNvPr id="3" name="textruta 2">
                  <a:extLst>
                    <a:ext uri="{FF2B5EF4-FFF2-40B4-BE49-F238E27FC236}">
                      <a16:creationId xmlns:a16="http://schemas.microsoft.com/office/drawing/2014/main" id="{ED0F6EB8-B8DB-BE71-D389-9F7341323960}"/>
                    </a:ext>
                  </a:extLst>
                </p:cNvPr>
                <p:cNvSpPr txBox="1">
                  <a:spLocks noRot="1" noChangeAspect="1" noMove="1" noResize="1" noEditPoints="1" noAdjustHandles="1" noChangeArrowheads="1" noChangeShapeType="1" noTextEdit="1"/>
                </p:cNvSpPr>
                <p:nvPr/>
              </p:nvSpPr>
              <p:spPr>
                <a:xfrm>
                  <a:off x="1291715" y="3259816"/>
                  <a:ext cx="567911" cy="461665"/>
                </a:xfrm>
                <a:prstGeom prst="rect">
                  <a:avLst/>
                </a:prstGeom>
                <a:blipFill>
                  <a:blip r:embed="rId3"/>
                  <a:stretch>
                    <a:fillRect/>
                  </a:stretch>
                </a:blipFill>
              </p:spPr>
              <p:txBody>
                <a:bodyPr/>
                <a:lstStyle/>
                <a:p>
                  <a:r>
                    <a:rPr lang="en-SE">
                      <a:noFill/>
                    </a:rPr>
                    <a:t> </a:t>
                  </a:r>
                </a:p>
              </p:txBody>
            </p:sp>
          </mc:Fallback>
        </mc:AlternateContent>
        <p:cxnSp>
          <p:nvCxnSpPr>
            <p:cNvPr id="19" name="Rak pilkoppling 18">
              <a:extLst>
                <a:ext uri="{FF2B5EF4-FFF2-40B4-BE49-F238E27FC236}">
                  <a16:creationId xmlns:a16="http://schemas.microsoft.com/office/drawing/2014/main" id="{35528DD9-AE05-0F85-C799-A945620EFE37}"/>
                </a:ext>
              </a:extLst>
            </p:cNvPr>
            <p:cNvCxnSpPr>
              <a:cxnSpLocks/>
              <a:stCxn id="3" idx="3"/>
              <a:endCxn id="28" idx="2"/>
            </p:cNvCxnSpPr>
            <p:nvPr/>
          </p:nvCxnSpPr>
          <p:spPr>
            <a:xfrm>
              <a:off x="1859626" y="3490649"/>
              <a:ext cx="843048" cy="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2" name="Rak pilkoppling 61">
              <a:extLst>
                <a:ext uri="{FF2B5EF4-FFF2-40B4-BE49-F238E27FC236}">
                  <a16:creationId xmlns:a16="http://schemas.microsoft.com/office/drawing/2014/main" id="{721F6DC3-691A-50D2-2BBD-FCE51D859E1A}"/>
                </a:ext>
              </a:extLst>
            </p:cNvPr>
            <p:cNvCxnSpPr>
              <a:cxnSpLocks/>
              <a:stCxn id="28" idx="6"/>
            </p:cNvCxnSpPr>
            <p:nvPr/>
          </p:nvCxnSpPr>
          <p:spPr>
            <a:xfrm flipV="1">
              <a:off x="3334441" y="3490649"/>
              <a:ext cx="1412127" cy="5"/>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81" name="Rak koppling 80">
              <a:extLst>
                <a:ext uri="{FF2B5EF4-FFF2-40B4-BE49-F238E27FC236}">
                  <a16:creationId xmlns:a16="http://schemas.microsoft.com/office/drawing/2014/main" id="{C36F2D90-F5E5-F1DC-6C1F-ED992FAEEF01}"/>
                </a:ext>
              </a:extLst>
            </p:cNvPr>
            <p:cNvCxnSpPr>
              <a:cxnSpLocks/>
              <a:stCxn id="8" idx="7"/>
              <a:endCxn id="8" idx="3"/>
            </p:cNvCxnSpPr>
            <p:nvPr/>
          </p:nvCxnSpPr>
          <p:spPr>
            <a:xfrm flipH="1">
              <a:off x="8276186" y="2603222"/>
              <a:ext cx="2173875" cy="2173875"/>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5" name="textruta 84">
                  <a:extLst>
                    <a:ext uri="{FF2B5EF4-FFF2-40B4-BE49-F238E27FC236}">
                      <a16:creationId xmlns:a16="http://schemas.microsoft.com/office/drawing/2014/main" id="{61514B60-EBE5-2F47-556A-6BC603558761}"/>
                    </a:ext>
                  </a:extLst>
                </p:cNvPr>
                <p:cNvSpPr txBox="1"/>
                <p:nvPr/>
              </p:nvSpPr>
              <p:spPr>
                <a:xfrm>
                  <a:off x="8589321" y="2744440"/>
                  <a:ext cx="773802" cy="98668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GB" sz="2400" b="0" i="1" smtClean="0">
                                <a:solidFill>
                                  <a:schemeClr val="bg1"/>
                                </a:solidFill>
                                <a:latin typeface="Cambria Math" panose="02040503050406030204" pitchFamily="18" charset="0"/>
                              </a:rPr>
                            </m:ctrlPr>
                          </m:naryPr>
                          <m:sub/>
                          <m:sup/>
                          <m:e>
                            <m:r>
                              <a:rPr lang="en-GB" sz="2400" b="0" i="1" smtClean="0">
                                <a:solidFill>
                                  <a:schemeClr val="bg1"/>
                                </a:solidFill>
                                <a:latin typeface="Cambria Math" panose="02040503050406030204" pitchFamily="18" charset="0"/>
                              </a:rPr>
                              <m:t> </m:t>
                            </m:r>
                          </m:e>
                        </m:nary>
                      </m:oMath>
                    </m:oMathPara>
                  </a14:m>
                  <a:endParaRPr lang="en-US" sz="2400" dirty="0">
                    <a:solidFill>
                      <a:schemeClr val="bg1"/>
                    </a:solidFill>
                  </a:endParaRPr>
                </a:p>
              </p:txBody>
            </p:sp>
          </mc:Choice>
          <mc:Fallback xmlns="">
            <p:sp>
              <p:nvSpPr>
                <p:cNvPr id="85" name="textruta 84">
                  <a:extLst>
                    <a:ext uri="{FF2B5EF4-FFF2-40B4-BE49-F238E27FC236}">
                      <a16:creationId xmlns:a16="http://schemas.microsoft.com/office/drawing/2014/main" id="{61514B60-EBE5-2F47-556A-6BC603558761}"/>
                    </a:ext>
                  </a:extLst>
                </p:cNvPr>
                <p:cNvSpPr txBox="1">
                  <a:spLocks noRot="1" noChangeAspect="1" noMove="1" noResize="1" noEditPoints="1" noAdjustHandles="1" noChangeArrowheads="1" noChangeShapeType="1" noTextEdit="1"/>
                </p:cNvSpPr>
                <p:nvPr/>
              </p:nvSpPr>
              <p:spPr>
                <a:xfrm>
                  <a:off x="8589321" y="2744440"/>
                  <a:ext cx="773802" cy="986680"/>
                </a:xfrm>
                <a:prstGeom prst="rect">
                  <a:avLst/>
                </a:prstGeom>
                <a:blipFill>
                  <a:blip r:embed="rId4"/>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86" name="textruta 85">
                  <a:extLst>
                    <a:ext uri="{FF2B5EF4-FFF2-40B4-BE49-F238E27FC236}">
                      <a16:creationId xmlns:a16="http://schemas.microsoft.com/office/drawing/2014/main" id="{319C544A-2F04-DF47-10E8-5CA3F9B46B74}"/>
                    </a:ext>
                  </a:extLst>
                </p:cNvPr>
                <p:cNvSpPr txBox="1"/>
                <p:nvPr/>
              </p:nvSpPr>
              <p:spPr>
                <a:xfrm>
                  <a:off x="9363123" y="3673247"/>
                  <a:ext cx="1227324" cy="9019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sz="4800" b="0" i="1" smtClean="0">
                                <a:solidFill>
                                  <a:schemeClr val="bg1"/>
                                </a:solidFill>
                                <a:latin typeface="Cambria Math" panose="02040503050406030204" pitchFamily="18" charset="0"/>
                              </a:rPr>
                            </m:ctrlPr>
                          </m:sSubPr>
                          <m:e>
                            <m:r>
                              <a:rPr lang="en-GB" sz="4800" b="0" i="1" smtClean="0">
                                <a:solidFill>
                                  <a:schemeClr val="bg1"/>
                                </a:solidFill>
                                <a:latin typeface="Cambria Math" panose="02040503050406030204" pitchFamily="18" charset="0"/>
                              </a:rPr>
                              <m:t>𝑓</m:t>
                            </m:r>
                          </m:e>
                          <m:sub>
                            <m:d>
                              <m:dPr>
                                <m:ctrlPr>
                                  <a:rPr lang="en-GB" sz="4800" b="0" i="1" smtClean="0">
                                    <a:solidFill>
                                      <a:schemeClr val="bg1"/>
                                    </a:solidFill>
                                    <a:latin typeface="Cambria Math" panose="02040503050406030204" pitchFamily="18" charset="0"/>
                                  </a:rPr>
                                </m:ctrlPr>
                              </m:dPr>
                              <m:e>
                                <m:r>
                                  <a:rPr lang="en-GB" sz="4800" b="0" i="1" smtClean="0">
                                    <a:solidFill>
                                      <a:schemeClr val="bg1"/>
                                    </a:solidFill>
                                    <a:latin typeface="Cambria Math" panose="02040503050406030204" pitchFamily="18" charset="0"/>
                                  </a:rPr>
                                  <m:t>𝑥</m:t>
                                </m:r>
                              </m:e>
                            </m:d>
                          </m:sub>
                        </m:sSub>
                      </m:oMath>
                    </m:oMathPara>
                  </a14:m>
                  <a:endParaRPr lang="en-US" sz="4800" dirty="0">
                    <a:solidFill>
                      <a:schemeClr val="bg1"/>
                    </a:solidFill>
                  </a:endParaRPr>
                </a:p>
              </p:txBody>
            </p:sp>
          </mc:Choice>
          <mc:Fallback xmlns="">
            <p:sp>
              <p:nvSpPr>
                <p:cNvPr id="86" name="textruta 85">
                  <a:extLst>
                    <a:ext uri="{FF2B5EF4-FFF2-40B4-BE49-F238E27FC236}">
                      <a16:creationId xmlns:a16="http://schemas.microsoft.com/office/drawing/2014/main" id="{319C544A-2F04-DF47-10E8-5CA3F9B46B74}"/>
                    </a:ext>
                  </a:extLst>
                </p:cNvPr>
                <p:cNvSpPr txBox="1">
                  <a:spLocks noRot="1" noChangeAspect="1" noMove="1" noResize="1" noEditPoints="1" noAdjustHandles="1" noChangeArrowheads="1" noChangeShapeType="1" noTextEdit="1"/>
                </p:cNvSpPr>
                <p:nvPr/>
              </p:nvSpPr>
              <p:spPr>
                <a:xfrm>
                  <a:off x="9363123" y="3673247"/>
                  <a:ext cx="1227324" cy="901978"/>
                </a:xfrm>
                <a:prstGeom prst="rect">
                  <a:avLst/>
                </a:prstGeom>
                <a:blipFill>
                  <a:blip r:embed="rId5"/>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28" name="Ellips 27">
                  <a:extLst>
                    <a:ext uri="{FF2B5EF4-FFF2-40B4-BE49-F238E27FC236}">
                      <a16:creationId xmlns:a16="http://schemas.microsoft.com/office/drawing/2014/main" id="{25512126-B6C7-F2DB-5CBA-E86C5F568645}"/>
                    </a:ext>
                  </a:extLst>
                </p:cNvPr>
                <p:cNvSpPr/>
                <p:nvPr/>
              </p:nvSpPr>
              <p:spPr>
                <a:xfrm>
                  <a:off x="2702674" y="3174770"/>
                  <a:ext cx="631767" cy="631767"/>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left"/>
                      </m:oMathParaPr>
                      <m:oMath xmlns:m="http://schemas.openxmlformats.org/officeDocument/2006/math">
                        <m:sSub>
                          <m:sSubPr>
                            <m:ctrlPr>
                              <a:rPr lang="en-GB" sz="2400" b="0" i="1" smtClean="0">
                                <a:latin typeface="Cambria Math" panose="02040503050406030204" pitchFamily="18" charset="0"/>
                                <a:ea typeface="Cambria Math" panose="02040503050406030204" pitchFamily="18" charset="0"/>
                              </a:rPr>
                            </m:ctrlPr>
                          </m:sSubPr>
                          <m:e>
                            <m:r>
                              <m:rPr>
                                <m:sty m:val="p"/>
                              </m:rPr>
                              <a:rPr lang="el-GR" sz="2400" b="0" i="1" smtClean="0">
                                <a:latin typeface="Cambria Math" panose="02040503050406030204" pitchFamily="18" charset="0"/>
                                <a:ea typeface="Cambria Math" panose="02040503050406030204" pitchFamily="18" charset="0"/>
                              </a:rPr>
                              <m:t>ω</m:t>
                            </m:r>
                          </m:e>
                          <m:sub>
                            <m:r>
                              <a:rPr lang="en-GB" sz="2400" b="0" i="1" smtClean="0">
                                <a:latin typeface="Cambria Math" panose="02040503050406030204" pitchFamily="18" charset="0"/>
                                <a:ea typeface="Cambria Math" panose="02040503050406030204" pitchFamily="18" charset="0"/>
                              </a:rPr>
                              <m:t>1</m:t>
                            </m:r>
                          </m:sub>
                        </m:sSub>
                      </m:oMath>
                    </m:oMathPara>
                  </a14:m>
                  <a:endParaRPr lang="en-SE" sz="2400" dirty="0"/>
                </a:p>
              </p:txBody>
            </p:sp>
          </mc:Choice>
          <mc:Fallback xmlns="">
            <p:sp>
              <p:nvSpPr>
                <p:cNvPr id="28" name="Ellips 27">
                  <a:extLst>
                    <a:ext uri="{FF2B5EF4-FFF2-40B4-BE49-F238E27FC236}">
                      <a16:creationId xmlns:a16="http://schemas.microsoft.com/office/drawing/2014/main" id="{25512126-B6C7-F2DB-5CBA-E86C5F568645}"/>
                    </a:ext>
                  </a:extLst>
                </p:cNvPr>
                <p:cNvSpPr>
                  <a:spLocks noRot="1" noChangeAspect="1" noMove="1" noResize="1" noEditPoints="1" noAdjustHandles="1" noChangeArrowheads="1" noChangeShapeType="1" noTextEdit="1"/>
                </p:cNvSpPr>
                <p:nvPr/>
              </p:nvSpPr>
              <p:spPr>
                <a:xfrm>
                  <a:off x="2702674" y="3174770"/>
                  <a:ext cx="631767" cy="631767"/>
                </a:xfrm>
                <a:prstGeom prst="ellipse">
                  <a:avLst/>
                </a:prstGeom>
                <a:blipFill>
                  <a:blip r:embed="rId6"/>
                  <a:stretch>
                    <a:fillRect/>
                  </a:stretch>
                </a:blipFill>
                <a:ln>
                  <a:solidFill>
                    <a:srgbClr val="07425D"/>
                  </a:solidFill>
                </a:ln>
              </p:spPr>
              <p:txBody>
                <a:bodyPr/>
                <a:lstStyle/>
                <a:p>
                  <a:r>
                    <a:rPr lang="en-SE">
                      <a:noFill/>
                    </a:rPr>
                    <a:t> </a:t>
                  </a:r>
                </a:p>
              </p:txBody>
            </p:sp>
          </mc:Fallback>
        </mc:AlternateContent>
        <p:sp>
          <p:nvSpPr>
            <p:cNvPr id="12" name="Rektangel 11">
              <a:extLst>
                <a:ext uri="{FF2B5EF4-FFF2-40B4-BE49-F238E27FC236}">
                  <a16:creationId xmlns:a16="http://schemas.microsoft.com/office/drawing/2014/main" id="{86F0DD61-7746-4CEB-9578-BF0AF275F4BC}"/>
                </a:ext>
              </a:extLst>
            </p:cNvPr>
            <p:cNvSpPr/>
            <p:nvPr/>
          </p:nvSpPr>
          <p:spPr>
            <a:xfrm>
              <a:off x="4746568" y="3255815"/>
              <a:ext cx="1242852" cy="868680"/>
            </a:xfrm>
            <a:prstGeom prst="rect">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t>Bias</a:t>
              </a:r>
              <a:endParaRPr lang="en-SE" sz="2400" dirty="0"/>
            </a:p>
          </p:txBody>
        </p:sp>
        <p:cxnSp>
          <p:nvCxnSpPr>
            <p:cNvPr id="18" name="Rak pilkoppling 17">
              <a:extLst>
                <a:ext uri="{FF2B5EF4-FFF2-40B4-BE49-F238E27FC236}">
                  <a16:creationId xmlns:a16="http://schemas.microsoft.com/office/drawing/2014/main" id="{F354C8B2-3381-D086-E774-E5CEB408E206}"/>
                </a:ext>
              </a:extLst>
            </p:cNvPr>
            <p:cNvCxnSpPr>
              <a:cxnSpLocks/>
            </p:cNvCxnSpPr>
            <p:nvPr/>
          </p:nvCxnSpPr>
          <p:spPr>
            <a:xfrm>
              <a:off x="5993476" y="3920987"/>
              <a:ext cx="1824173"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24" name="Rak pilkoppling 23">
              <a:extLst>
                <a:ext uri="{FF2B5EF4-FFF2-40B4-BE49-F238E27FC236}">
                  <a16:creationId xmlns:a16="http://schemas.microsoft.com/office/drawing/2014/main" id="{4E3DB272-4F69-28B2-B891-DAD674D8F9FB}"/>
                </a:ext>
              </a:extLst>
            </p:cNvPr>
            <p:cNvCxnSpPr/>
            <p:nvPr/>
          </p:nvCxnSpPr>
          <p:spPr>
            <a:xfrm>
              <a:off x="6001789" y="3478878"/>
              <a:ext cx="1824173" cy="0"/>
            </a:xfrm>
            <a:prstGeom prst="straightConnector1">
              <a:avLst/>
            </a:prstGeom>
            <a:ln w="76200">
              <a:solidFill>
                <a:schemeClr val="tx1">
                  <a:lumMod val="85000"/>
                  <a:lumOff val="15000"/>
                </a:schemeClr>
              </a:solidFill>
              <a:prstDash val="sysDash"/>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81466533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00015-3F6F-45B1-8D37-3D2B3CBD0B3C}"/>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ruta 1">
                <a:extLst>
                  <a:ext uri="{FF2B5EF4-FFF2-40B4-BE49-F238E27FC236}">
                    <a16:creationId xmlns:a16="http://schemas.microsoft.com/office/drawing/2014/main" id="{3521B8E4-DDF9-C196-670F-4564693C6AE5}"/>
                  </a:ext>
                </a:extLst>
              </p:cNvPr>
              <p:cNvSpPr txBox="1"/>
              <p:nvPr/>
            </p:nvSpPr>
            <p:spPr>
              <a:xfrm>
                <a:off x="1878689" y="122735"/>
                <a:ext cx="8434681" cy="830997"/>
              </a:xfrm>
              <a:prstGeom prst="rect">
                <a:avLst/>
              </a:prstGeom>
              <a:noFill/>
            </p:spPr>
            <p:txBody>
              <a:bodyPr wrap="none" rtlCol="0">
                <a:spAutoFit/>
              </a:bodyPr>
              <a:lstStyle/>
              <a:p>
                <a:pPr algn="ctr"/>
                <a:r>
                  <a:rPr lang="sv-SE" sz="4800" noProof="0" dirty="0">
                    <a:solidFill>
                      <a:schemeClr val="bg1"/>
                    </a:solidFill>
                  </a:rPr>
                  <a:t>Aktiveringsfunktioner: </a:t>
                </a:r>
                <a14:m>
                  <m:oMath xmlns:m="http://schemas.openxmlformats.org/officeDocument/2006/math">
                    <m:r>
                      <a:rPr lang="en-US" sz="4800" b="0" i="1" noProof="0" smtClean="0">
                        <a:solidFill>
                          <a:schemeClr val="bg1"/>
                        </a:solidFill>
                        <a:latin typeface="Cambria Math" panose="02040503050406030204" pitchFamily="18" charset="0"/>
                      </a:rPr>
                      <m:t>𝑎</m:t>
                    </m:r>
                    <m:r>
                      <a:rPr lang="en-US" sz="4800" b="0" i="1" noProof="0" smtClean="0">
                        <a:solidFill>
                          <a:schemeClr val="bg1"/>
                        </a:solidFill>
                        <a:latin typeface="Cambria Math" panose="02040503050406030204" pitchFamily="18" charset="0"/>
                      </a:rPr>
                      <m:t>=</m:t>
                    </m:r>
                    <m:r>
                      <a:rPr lang="en-US" sz="4800" b="0" i="1" noProof="0" smtClean="0">
                        <a:solidFill>
                          <a:schemeClr val="bg1"/>
                        </a:solidFill>
                        <a:latin typeface="Cambria Math" panose="02040503050406030204" pitchFamily="18" charset="0"/>
                      </a:rPr>
                      <m:t>𝑓</m:t>
                    </m:r>
                    <m:d>
                      <m:dPr>
                        <m:ctrlPr>
                          <a:rPr lang="en-US" sz="4800" b="0" i="1" noProof="0" smtClean="0">
                            <a:solidFill>
                              <a:schemeClr val="bg1"/>
                            </a:solidFill>
                            <a:latin typeface="Cambria Math" panose="02040503050406030204" pitchFamily="18" charset="0"/>
                          </a:rPr>
                        </m:ctrlPr>
                      </m:dPr>
                      <m:e>
                        <m:r>
                          <a:rPr lang="en-US" sz="4800" b="0" i="1" noProof="0" smtClean="0">
                            <a:solidFill>
                              <a:schemeClr val="bg1"/>
                            </a:solidFill>
                            <a:latin typeface="Cambria Math" panose="02040503050406030204" pitchFamily="18" charset="0"/>
                          </a:rPr>
                          <m:t>𝑧</m:t>
                        </m:r>
                      </m:e>
                    </m:d>
                  </m:oMath>
                </a14:m>
                <a:endParaRPr lang="sv-SE" sz="4800" noProof="0" dirty="0">
                  <a:solidFill>
                    <a:schemeClr val="bg1"/>
                  </a:solidFill>
                </a:endParaRPr>
              </a:p>
            </p:txBody>
          </p:sp>
        </mc:Choice>
        <mc:Fallback>
          <p:sp>
            <p:nvSpPr>
              <p:cNvPr id="2" name="textruta 1">
                <a:extLst>
                  <a:ext uri="{FF2B5EF4-FFF2-40B4-BE49-F238E27FC236}">
                    <a16:creationId xmlns:a16="http://schemas.microsoft.com/office/drawing/2014/main" id="{3521B8E4-DDF9-C196-670F-4564693C6AE5}"/>
                  </a:ext>
                </a:extLst>
              </p:cNvPr>
              <p:cNvSpPr txBox="1">
                <a:spLocks noRot="1" noChangeAspect="1" noMove="1" noResize="1" noEditPoints="1" noAdjustHandles="1" noChangeArrowheads="1" noChangeShapeType="1" noTextEdit="1"/>
              </p:cNvSpPr>
              <p:nvPr/>
            </p:nvSpPr>
            <p:spPr>
              <a:xfrm>
                <a:off x="1878689" y="122735"/>
                <a:ext cx="8434681" cy="830997"/>
              </a:xfrm>
              <a:prstGeom prst="rect">
                <a:avLst/>
              </a:prstGeom>
              <a:blipFill>
                <a:blip r:embed="rId3"/>
                <a:stretch>
                  <a:fillRect l="-2818" t="-16176" b="-38971"/>
                </a:stretch>
              </a:blipFill>
            </p:spPr>
            <p:txBody>
              <a:bodyPr/>
              <a:lstStyle/>
              <a:p>
                <a:r>
                  <a:rPr lang="en-SE">
                    <a:noFill/>
                  </a:rPr>
                  <a:t> </a:t>
                </a:r>
              </a:p>
            </p:txBody>
          </p:sp>
        </mc:Fallback>
      </mc:AlternateContent>
      <mc:AlternateContent xmlns:mc="http://schemas.openxmlformats.org/markup-compatibility/2006">
        <mc:Choice xmlns:a14="http://schemas.microsoft.com/office/drawing/2010/main" Requires="a14">
          <p:sp>
            <p:nvSpPr>
              <p:cNvPr id="3" name="textruta 2">
                <a:extLst>
                  <a:ext uri="{FF2B5EF4-FFF2-40B4-BE49-F238E27FC236}">
                    <a16:creationId xmlns:a16="http://schemas.microsoft.com/office/drawing/2014/main" id="{7491C41E-CE1A-07CC-7120-9BD11156947D}"/>
                  </a:ext>
                </a:extLst>
              </p:cNvPr>
              <p:cNvSpPr txBox="1"/>
              <p:nvPr/>
            </p:nvSpPr>
            <p:spPr>
              <a:xfrm>
                <a:off x="343367" y="1500876"/>
                <a:ext cx="11026352" cy="4365554"/>
              </a:xfrm>
              <a:prstGeom prst="rect">
                <a:avLst/>
              </a:prstGeom>
              <a:noFill/>
            </p:spPr>
            <p:txBody>
              <a:bodyPr wrap="none" rtlCol="0">
                <a:spAutoFit/>
              </a:bodyPr>
              <a:lstStyle/>
              <a:p>
                <a:pPr marL="571500" indent="-571500">
                  <a:buFont typeface="Arial" panose="020B0604020202020204" pitchFamily="34" charset="0"/>
                  <a:buChar char="•"/>
                </a:pPr>
                <a:r>
                  <a:rPr lang="sv-SE" sz="2800" noProof="0" dirty="0">
                    <a:solidFill>
                      <a:schemeClr val="bg1"/>
                    </a:solidFill>
                  </a:rPr>
                  <a:t>För att fånga mer komplexa samband och forma modellens output </a:t>
                </a:r>
                <a:br>
                  <a:rPr lang="sv-SE" sz="2800" noProof="0" dirty="0">
                    <a:solidFill>
                      <a:schemeClr val="bg1"/>
                    </a:solidFill>
                  </a:rPr>
                </a:br>
                <a:r>
                  <a:rPr lang="sv-SE" sz="2800" noProof="0" dirty="0">
                    <a:solidFill>
                      <a:schemeClr val="bg1"/>
                    </a:solidFill>
                  </a:rPr>
                  <a:t>används aktiveringsfunktioner</a:t>
                </a:r>
                <a:r>
                  <a:rPr lang="en-US" sz="2800" noProof="0" dirty="0">
                    <a:solidFill>
                      <a:schemeClr val="bg1"/>
                    </a:solidFill>
                  </a:rPr>
                  <a:t>. </a:t>
                </a:r>
              </a:p>
              <a:p>
                <a:pPr marL="571500" indent="-571500">
                  <a:buFont typeface="Arial" panose="020B0604020202020204" pitchFamily="34" charset="0"/>
                  <a:buChar char="•"/>
                </a:pPr>
                <a:endParaRPr lang="en-US" sz="2800" noProof="0" dirty="0">
                  <a:solidFill>
                    <a:schemeClr val="bg1"/>
                  </a:solidFill>
                </a:endParaRPr>
              </a:p>
              <a:p>
                <a:r>
                  <a:rPr lang="en-US" sz="2800" dirty="0">
                    <a:solidFill>
                      <a:schemeClr val="bg1"/>
                    </a:solidFill>
                  </a:rPr>
                  <a:t>       </a:t>
                </a:r>
                <a:r>
                  <a:rPr lang="en-US" sz="2800" noProof="0" dirty="0" err="1">
                    <a:solidFill>
                      <a:schemeClr val="bg1"/>
                    </a:solidFill>
                  </a:rPr>
                  <a:t>Två</a:t>
                </a:r>
                <a:r>
                  <a:rPr lang="en-US" sz="2800" noProof="0" dirty="0">
                    <a:solidFill>
                      <a:schemeClr val="bg1"/>
                    </a:solidFill>
                  </a:rPr>
                  <a:t> </a:t>
                </a:r>
                <a:r>
                  <a:rPr lang="en-US" sz="2800" noProof="0" dirty="0" err="1">
                    <a:solidFill>
                      <a:schemeClr val="bg1"/>
                    </a:solidFill>
                  </a:rPr>
                  <a:t>exempel</a:t>
                </a:r>
                <a:r>
                  <a:rPr lang="en-US" sz="2800" noProof="0" dirty="0">
                    <a:solidFill>
                      <a:schemeClr val="bg1"/>
                    </a:solidFill>
                  </a:rPr>
                  <a:t> </a:t>
                </a:r>
                <a:r>
                  <a:rPr lang="en-US" sz="2800" noProof="0" dirty="0" err="1">
                    <a:solidFill>
                      <a:schemeClr val="bg1"/>
                    </a:solidFill>
                  </a:rPr>
                  <a:t>är</a:t>
                </a:r>
                <a:r>
                  <a:rPr lang="en-US" sz="2800" noProof="0" dirty="0">
                    <a:solidFill>
                      <a:schemeClr val="bg1"/>
                    </a:solidFill>
                  </a:rPr>
                  <a:t>: </a:t>
                </a:r>
              </a:p>
              <a:p>
                <a:pPr marL="571500" indent="-571500">
                  <a:buFont typeface="Arial" panose="020B0604020202020204" pitchFamily="34" charset="0"/>
                  <a:buChar char="•"/>
                </a:pPr>
                <a:r>
                  <a:rPr lang="en-US" sz="2800" noProof="0" dirty="0">
                    <a:solidFill>
                      <a:schemeClr val="bg1"/>
                    </a:solidFill>
                  </a:rPr>
                  <a:t>Logistic / Sigmoid: </a:t>
                </a:r>
                <a14:m>
                  <m:oMath xmlns:m="http://schemas.openxmlformats.org/officeDocument/2006/math">
                    <m:r>
                      <a:rPr lang="sv-SE" sz="2800" i="1" dirty="0">
                        <a:solidFill>
                          <a:schemeClr val="bg1"/>
                        </a:solidFill>
                        <a:latin typeface="Cambria Math" panose="02040503050406030204" pitchFamily="18" charset="0"/>
                      </a:rPr>
                      <m:t>𝜎</m:t>
                    </m:r>
                    <m:d>
                      <m:dPr>
                        <m:ctrlPr>
                          <a:rPr lang="sv-SE" sz="2800" i="1" dirty="0">
                            <a:solidFill>
                              <a:schemeClr val="bg1"/>
                            </a:solidFill>
                            <a:latin typeface="Cambria Math" panose="02040503050406030204" pitchFamily="18" charset="0"/>
                          </a:rPr>
                        </m:ctrlPr>
                      </m:dPr>
                      <m:e>
                        <m:r>
                          <a:rPr lang="sv-SE" sz="2800" i="1" dirty="0">
                            <a:solidFill>
                              <a:schemeClr val="bg1"/>
                            </a:solidFill>
                            <a:latin typeface="Cambria Math" panose="02040503050406030204" pitchFamily="18" charset="0"/>
                          </a:rPr>
                          <m:t>𝑧</m:t>
                        </m:r>
                      </m:e>
                    </m:d>
                    <m:r>
                      <a:rPr lang="sv-SE" sz="2800" i="1" dirty="0">
                        <a:solidFill>
                          <a:schemeClr val="bg1"/>
                        </a:solidFill>
                        <a:latin typeface="Cambria Math" panose="02040503050406030204" pitchFamily="18" charset="0"/>
                      </a:rPr>
                      <m:t>=</m:t>
                    </m:r>
                    <m:f>
                      <m:fPr>
                        <m:ctrlPr>
                          <a:rPr lang="sv-SE" sz="2800" i="1" dirty="0">
                            <a:solidFill>
                              <a:schemeClr val="bg1"/>
                            </a:solidFill>
                            <a:latin typeface="Cambria Math" panose="02040503050406030204" pitchFamily="18" charset="0"/>
                          </a:rPr>
                        </m:ctrlPr>
                      </m:fPr>
                      <m:num>
                        <m:r>
                          <a:rPr lang="sv-SE" sz="2800" i="1" dirty="0">
                            <a:solidFill>
                              <a:schemeClr val="bg1"/>
                            </a:solidFill>
                            <a:latin typeface="Cambria Math" panose="02040503050406030204" pitchFamily="18" charset="0"/>
                          </a:rPr>
                          <m:t>1</m:t>
                        </m:r>
                      </m:num>
                      <m:den>
                        <m:r>
                          <a:rPr lang="sv-SE" sz="2800" i="1" dirty="0">
                            <a:solidFill>
                              <a:schemeClr val="bg1"/>
                            </a:solidFill>
                            <a:latin typeface="Cambria Math" panose="02040503050406030204" pitchFamily="18" charset="0"/>
                          </a:rPr>
                          <m:t>1</m:t>
                        </m:r>
                        <m:r>
                          <a:rPr lang="sv-SE" sz="2800" i="1" dirty="0">
                            <a:solidFill>
                              <a:schemeClr val="bg1"/>
                            </a:solidFill>
                            <a:latin typeface="Cambria Math" panose="02040503050406030204" pitchFamily="18" charset="0"/>
                          </a:rPr>
                          <m:t>+</m:t>
                        </m:r>
                        <m:sSup>
                          <m:sSupPr>
                            <m:ctrlPr>
                              <a:rPr lang="sv-SE" sz="2800" i="1" dirty="0">
                                <a:solidFill>
                                  <a:schemeClr val="bg1"/>
                                </a:solidFill>
                                <a:latin typeface="Cambria Math" panose="02040503050406030204" pitchFamily="18" charset="0"/>
                              </a:rPr>
                            </m:ctrlPr>
                          </m:sSupPr>
                          <m:e>
                            <m:r>
                              <a:rPr lang="sv-SE" sz="2800" i="1" dirty="0">
                                <a:solidFill>
                                  <a:schemeClr val="bg1"/>
                                </a:solidFill>
                                <a:latin typeface="Cambria Math" panose="02040503050406030204" pitchFamily="18" charset="0"/>
                              </a:rPr>
                              <m:t>ⅇ</m:t>
                            </m:r>
                          </m:e>
                          <m:sup>
                            <m:r>
                              <a:rPr lang="sv-SE" sz="2800" i="1" dirty="0">
                                <a:solidFill>
                                  <a:schemeClr val="bg1"/>
                                </a:solidFill>
                                <a:latin typeface="Cambria Math" panose="02040503050406030204" pitchFamily="18" charset="0"/>
                              </a:rPr>
                              <m:t>−</m:t>
                            </m:r>
                            <m:d>
                              <m:dPr>
                                <m:ctrlPr>
                                  <a:rPr lang="sv-SE" sz="2800" i="1" dirty="0">
                                    <a:solidFill>
                                      <a:schemeClr val="bg1"/>
                                    </a:solidFill>
                                    <a:latin typeface="Cambria Math" panose="02040503050406030204" pitchFamily="18" charset="0"/>
                                  </a:rPr>
                                </m:ctrlPr>
                              </m:dPr>
                              <m:e>
                                <m:r>
                                  <a:rPr lang="sv-SE" sz="2800" i="1" dirty="0">
                                    <a:solidFill>
                                      <a:schemeClr val="bg1"/>
                                    </a:solidFill>
                                    <a:latin typeface="Cambria Math" panose="02040503050406030204" pitchFamily="18" charset="0"/>
                                  </a:rPr>
                                  <m:t>𝑧</m:t>
                                </m:r>
                              </m:e>
                            </m:d>
                          </m:sup>
                        </m:sSup>
                      </m:den>
                    </m:f>
                  </m:oMath>
                </a14:m>
                <a:endParaRPr lang="en-GB" sz="2800" dirty="0"/>
              </a:p>
              <a:p>
                <a:pPr marL="571500" indent="-571500">
                  <a:buFont typeface="Arial" panose="020B0604020202020204" pitchFamily="34" charset="0"/>
                  <a:buChar char="•"/>
                </a:pPr>
                <a:r>
                  <a:rPr lang="en-US" sz="2800" noProof="0" dirty="0">
                    <a:solidFill>
                      <a:schemeClr val="bg1"/>
                    </a:solidFill>
                  </a:rPr>
                  <a:t>Rectified Linear Unit (</a:t>
                </a:r>
                <a:r>
                  <a:rPr lang="en-US" sz="2800" noProof="0" dirty="0" err="1">
                    <a:solidFill>
                      <a:schemeClr val="bg1"/>
                    </a:solidFill>
                  </a:rPr>
                  <a:t>ReLU</a:t>
                </a:r>
                <a:r>
                  <a:rPr lang="en-US" sz="2800" noProof="0" dirty="0">
                    <a:solidFill>
                      <a:schemeClr val="bg1"/>
                    </a:solidFill>
                  </a:rPr>
                  <a:t>): </a:t>
                </a:r>
                <a14:m>
                  <m:oMath xmlns:m="http://schemas.openxmlformats.org/officeDocument/2006/math">
                    <m:r>
                      <a:rPr lang="sv-SE" sz="2800" i="1" dirty="0" smtClean="0">
                        <a:solidFill>
                          <a:schemeClr val="bg1"/>
                        </a:solidFill>
                        <a:latin typeface="Cambria Math" panose="02040503050406030204" pitchFamily="18" charset="0"/>
                      </a:rPr>
                      <m:t>𝑅𝑒𝐿𝑈</m:t>
                    </m:r>
                    <m:d>
                      <m:dPr>
                        <m:ctrlPr>
                          <a:rPr lang="sv-SE" sz="2800" i="1" dirty="0">
                            <a:solidFill>
                              <a:schemeClr val="bg1"/>
                            </a:solidFill>
                            <a:latin typeface="Cambria Math" panose="02040503050406030204" pitchFamily="18" charset="0"/>
                          </a:rPr>
                        </m:ctrlPr>
                      </m:dPr>
                      <m:e>
                        <m:r>
                          <a:rPr lang="sv-SE" sz="2800" i="1" dirty="0">
                            <a:solidFill>
                              <a:schemeClr val="bg1"/>
                            </a:solidFill>
                            <a:latin typeface="Cambria Math" panose="02040503050406030204" pitchFamily="18" charset="0"/>
                          </a:rPr>
                          <m:t>𝑧</m:t>
                        </m:r>
                      </m:e>
                    </m:d>
                  </m:oMath>
                </a14:m>
                <a:r>
                  <a:rPr lang="sv-SE" sz="2800" i="1" dirty="0">
                    <a:solidFill>
                      <a:schemeClr val="bg1"/>
                    </a:solidFill>
                    <a:latin typeface="Cambria Math" panose="02040503050406030204" pitchFamily="18" charset="0"/>
                  </a:rPr>
                  <a:t> </a:t>
                </a:r>
                <a14:m>
                  <m:oMath xmlns:m="http://schemas.openxmlformats.org/officeDocument/2006/math">
                    <m:r>
                      <a:rPr lang="sv-SE" sz="2800" i="1" dirty="0">
                        <a:solidFill>
                          <a:schemeClr val="bg1"/>
                        </a:solidFill>
                        <a:latin typeface="Cambria Math" panose="02040503050406030204" pitchFamily="18" charset="0"/>
                      </a:rPr>
                      <m:t>=</m:t>
                    </m:r>
                    <m:func>
                      <m:funcPr>
                        <m:ctrlPr>
                          <a:rPr lang="sv-SE" sz="2800" i="1" dirty="0">
                            <a:solidFill>
                              <a:schemeClr val="bg1"/>
                            </a:solidFill>
                            <a:latin typeface="Cambria Math" panose="02040503050406030204" pitchFamily="18" charset="0"/>
                          </a:rPr>
                        </m:ctrlPr>
                      </m:funcPr>
                      <m:fName>
                        <m:r>
                          <m:rPr>
                            <m:sty m:val="p"/>
                          </m:rPr>
                          <a:rPr lang="sv-SE" sz="2800" i="1" dirty="0">
                            <a:solidFill>
                              <a:schemeClr val="bg1"/>
                            </a:solidFill>
                            <a:latin typeface="Cambria Math" panose="02040503050406030204" pitchFamily="18" charset="0"/>
                          </a:rPr>
                          <m:t>max</m:t>
                        </m:r>
                      </m:fName>
                      <m:e>
                        <m:d>
                          <m:dPr>
                            <m:ctrlPr>
                              <a:rPr lang="sv-SE" sz="2800" i="1" dirty="0">
                                <a:solidFill>
                                  <a:schemeClr val="bg1"/>
                                </a:solidFill>
                                <a:latin typeface="Cambria Math" panose="02040503050406030204" pitchFamily="18" charset="0"/>
                              </a:rPr>
                            </m:ctrlPr>
                          </m:dPr>
                          <m:e>
                            <m:r>
                              <a:rPr lang="sv-SE" sz="2800" i="1" dirty="0">
                                <a:solidFill>
                                  <a:schemeClr val="bg1"/>
                                </a:solidFill>
                                <a:latin typeface="Cambria Math" panose="02040503050406030204" pitchFamily="18" charset="0"/>
                              </a:rPr>
                              <m:t>0</m:t>
                            </m:r>
                            <m:r>
                              <a:rPr lang="sv-SE" sz="2800" i="1" dirty="0">
                                <a:solidFill>
                                  <a:schemeClr val="bg1"/>
                                </a:solidFill>
                                <a:latin typeface="Cambria Math" panose="02040503050406030204" pitchFamily="18" charset="0"/>
                              </a:rPr>
                              <m:t>,</m:t>
                            </m:r>
                            <m:r>
                              <a:rPr lang="sv-SE" sz="2800" i="1" dirty="0">
                                <a:solidFill>
                                  <a:schemeClr val="bg1"/>
                                </a:solidFill>
                                <a:latin typeface="Cambria Math" panose="02040503050406030204" pitchFamily="18" charset="0"/>
                              </a:rPr>
                              <m:t>𝑧</m:t>
                            </m:r>
                          </m:e>
                        </m:d>
                      </m:e>
                    </m:func>
                  </m:oMath>
                </a14:m>
                <a:endParaRPr lang="en-US" sz="2800" noProof="0" dirty="0">
                  <a:solidFill>
                    <a:schemeClr val="bg1"/>
                  </a:solidFill>
                </a:endParaRPr>
              </a:p>
              <a:p>
                <a:pPr marL="571500" indent="-571500">
                  <a:lnSpc>
                    <a:spcPct val="150000"/>
                  </a:lnSpc>
                  <a:buFont typeface="Arial" panose="020B0604020202020204" pitchFamily="34" charset="0"/>
                  <a:buChar char="•"/>
                </a:pPr>
                <a:endParaRPr lang="en-US" sz="2800" noProof="0" dirty="0">
                  <a:solidFill>
                    <a:schemeClr val="bg1"/>
                  </a:solidFill>
                </a:endParaRPr>
              </a:p>
              <a:p>
                <a:pPr marL="571500" indent="-571500">
                  <a:buFont typeface="Arial" panose="020B0604020202020204" pitchFamily="34" charset="0"/>
                  <a:buChar char="•"/>
                </a:pPr>
                <a:r>
                  <a:rPr lang="en-US" sz="2800" noProof="0" dirty="0">
                    <a:solidFill>
                      <a:schemeClr val="bg1"/>
                    </a:solidFill>
                  </a:rPr>
                  <a:t>Andra </a:t>
                </a:r>
                <a:r>
                  <a:rPr lang="en-US" sz="2800" noProof="0" dirty="0" err="1">
                    <a:solidFill>
                      <a:schemeClr val="bg1"/>
                    </a:solidFill>
                  </a:rPr>
                  <a:t>exempel</a:t>
                </a:r>
                <a:r>
                  <a:rPr lang="en-US" sz="2800" noProof="0" dirty="0">
                    <a:solidFill>
                      <a:schemeClr val="bg1"/>
                    </a:solidFill>
                  </a:rPr>
                  <a:t>:</a:t>
                </a:r>
                <a:br>
                  <a:rPr lang="en-US" sz="2800" noProof="0" dirty="0">
                    <a:solidFill>
                      <a:schemeClr val="bg1"/>
                    </a:solidFill>
                  </a:rPr>
                </a:br>
                <a:r>
                  <a:rPr lang="en-US" sz="2800" noProof="0" dirty="0">
                    <a:solidFill>
                      <a:schemeClr val="bg1"/>
                    </a:solidFill>
                  </a:rPr>
                  <a:t>tanh, ELU, SELU. </a:t>
                </a:r>
              </a:p>
            </p:txBody>
          </p:sp>
        </mc:Choice>
        <mc:Fallback>
          <p:sp>
            <p:nvSpPr>
              <p:cNvPr id="3" name="textruta 2">
                <a:extLst>
                  <a:ext uri="{FF2B5EF4-FFF2-40B4-BE49-F238E27FC236}">
                    <a16:creationId xmlns:a16="http://schemas.microsoft.com/office/drawing/2014/main" id="{7491C41E-CE1A-07CC-7120-9BD11156947D}"/>
                  </a:ext>
                </a:extLst>
              </p:cNvPr>
              <p:cNvSpPr txBox="1">
                <a:spLocks noRot="1" noChangeAspect="1" noMove="1" noResize="1" noEditPoints="1" noAdjustHandles="1" noChangeArrowheads="1" noChangeShapeType="1" noTextEdit="1"/>
              </p:cNvSpPr>
              <p:nvPr/>
            </p:nvSpPr>
            <p:spPr>
              <a:xfrm>
                <a:off x="343367" y="1500876"/>
                <a:ext cx="11026352" cy="4365554"/>
              </a:xfrm>
              <a:prstGeom prst="rect">
                <a:avLst/>
              </a:prstGeom>
              <a:blipFill>
                <a:blip r:embed="rId4"/>
                <a:stretch>
                  <a:fillRect l="-995" t="-1397" r="-221" b="-2933"/>
                </a:stretch>
              </a:blipFill>
            </p:spPr>
            <p:txBody>
              <a:bodyPr/>
              <a:lstStyle/>
              <a:p>
                <a:r>
                  <a:rPr lang="en-SE">
                    <a:noFill/>
                  </a:rPr>
                  <a:t> </a:t>
                </a:r>
              </a:p>
            </p:txBody>
          </p:sp>
        </mc:Fallback>
      </mc:AlternateContent>
      <p:pic>
        <p:nvPicPr>
          <p:cNvPr id="4" name="Bildobjekt 3">
            <a:extLst>
              <a:ext uri="{FF2B5EF4-FFF2-40B4-BE49-F238E27FC236}">
                <a16:creationId xmlns:a16="http://schemas.microsoft.com/office/drawing/2014/main" id="{543C6307-FCD7-C978-8AF7-9B7C54566921}"/>
              </a:ext>
            </a:extLst>
          </p:cNvPr>
          <p:cNvPicPr>
            <a:picLocks noChangeAspect="1"/>
          </p:cNvPicPr>
          <p:nvPr/>
        </p:nvPicPr>
        <p:blipFill>
          <a:blip r:embed="rId5"/>
          <a:stretch>
            <a:fillRect/>
          </a:stretch>
        </p:blipFill>
        <p:spPr>
          <a:xfrm>
            <a:off x="6991004" y="4558797"/>
            <a:ext cx="5200995" cy="2299203"/>
          </a:xfrm>
          <a:prstGeom prst="rect">
            <a:avLst/>
          </a:prstGeom>
        </p:spPr>
      </p:pic>
    </p:spTree>
    <p:extLst>
      <p:ext uri="{BB962C8B-B14F-4D97-AF65-F5344CB8AC3E}">
        <p14:creationId xmlns:p14="http://schemas.microsoft.com/office/powerpoint/2010/main" val="307376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7C2BC-D12C-F650-CB80-017A8736E095}"/>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507727DC-A603-B9FC-9A53-6EA45292A2F5}"/>
              </a:ext>
            </a:extLst>
          </p:cNvPr>
          <p:cNvSpPr txBox="1"/>
          <p:nvPr/>
        </p:nvSpPr>
        <p:spPr>
          <a:xfrm>
            <a:off x="2657982" y="122735"/>
            <a:ext cx="6876113" cy="830997"/>
          </a:xfrm>
          <a:prstGeom prst="rect">
            <a:avLst/>
          </a:prstGeom>
          <a:noFill/>
        </p:spPr>
        <p:txBody>
          <a:bodyPr wrap="none" rtlCol="0">
            <a:spAutoFit/>
          </a:bodyPr>
          <a:lstStyle/>
          <a:p>
            <a:pPr algn="ctr"/>
            <a:r>
              <a:rPr lang="sv-SE" sz="4800" noProof="0" dirty="0">
                <a:solidFill>
                  <a:schemeClr val="bg1"/>
                </a:solidFill>
              </a:rPr>
              <a:t>Varför behövs flera lager?</a:t>
            </a:r>
          </a:p>
        </p:txBody>
      </p:sp>
      <p:sp>
        <p:nvSpPr>
          <p:cNvPr id="267" name="textruta 266">
            <a:extLst>
              <a:ext uri="{FF2B5EF4-FFF2-40B4-BE49-F238E27FC236}">
                <a16:creationId xmlns:a16="http://schemas.microsoft.com/office/drawing/2014/main" id="{3A49702E-5707-1C55-4214-2E36CBF1D3CF}"/>
              </a:ext>
            </a:extLst>
          </p:cNvPr>
          <p:cNvSpPr txBox="1"/>
          <p:nvPr/>
        </p:nvSpPr>
        <p:spPr>
          <a:xfrm>
            <a:off x="798787" y="5364568"/>
            <a:ext cx="3718390" cy="676532"/>
          </a:xfrm>
          <a:prstGeom prst="rect">
            <a:avLst/>
          </a:prstGeom>
          <a:noFill/>
        </p:spPr>
        <p:txBody>
          <a:bodyPr wrap="none" rtlCol="0">
            <a:spAutoFit/>
          </a:bodyPr>
          <a:lstStyle/>
          <a:p>
            <a:pPr algn="ctr">
              <a:lnSpc>
                <a:spcPct val="150000"/>
              </a:lnSpc>
            </a:pPr>
            <a:r>
              <a:rPr lang="sv-SE" sz="2800" dirty="0">
                <a:solidFill>
                  <a:schemeClr val="bg1"/>
                </a:solidFill>
              </a:rPr>
              <a:t>Enklare transformation</a:t>
            </a:r>
            <a:endParaRPr lang="sv-SE" sz="2800" noProof="0" dirty="0">
              <a:solidFill>
                <a:schemeClr val="bg1"/>
              </a:solidFill>
            </a:endParaRPr>
          </a:p>
        </p:txBody>
      </p:sp>
      <p:grpSp>
        <p:nvGrpSpPr>
          <p:cNvPr id="341" name="Grupp 340">
            <a:extLst>
              <a:ext uri="{FF2B5EF4-FFF2-40B4-BE49-F238E27FC236}">
                <a16:creationId xmlns:a16="http://schemas.microsoft.com/office/drawing/2014/main" id="{A7839406-6E54-188D-C034-964B67DD31D7}"/>
              </a:ext>
            </a:extLst>
          </p:cNvPr>
          <p:cNvGrpSpPr/>
          <p:nvPr/>
        </p:nvGrpSpPr>
        <p:grpSpPr>
          <a:xfrm>
            <a:off x="8559418" y="1292634"/>
            <a:ext cx="2084310" cy="3536888"/>
            <a:chOff x="8332884" y="1168462"/>
            <a:chExt cx="2344011" cy="3977578"/>
          </a:xfrm>
        </p:grpSpPr>
        <p:cxnSp>
          <p:nvCxnSpPr>
            <p:cNvPr id="34" name="Rak pilkoppling 33">
              <a:extLst>
                <a:ext uri="{FF2B5EF4-FFF2-40B4-BE49-F238E27FC236}">
                  <a16:creationId xmlns:a16="http://schemas.microsoft.com/office/drawing/2014/main" id="{DCC501D7-2DC0-1ABA-9B9F-0B970678900E}"/>
                </a:ext>
              </a:extLst>
            </p:cNvPr>
            <p:cNvCxnSpPr>
              <a:cxnSpLocks/>
              <a:stCxn id="3" idx="6"/>
              <a:endCxn id="18" idx="2"/>
            </p:cNvCxnSpPr>
            <p:nvPr/>
          </p:nvCxnSpPr>
          <p:spPr>
            <a:xfrm rot="16200000" flipV="1">
              <a:off x="8429517" y="4344035"/>
              <a:ext cx="515396" cy="3238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Rak pilkoppling 35">
              <a:extLst>
                <a:ext uri="{FF2B5EF4-FFF2-40B4-BE49-F238E27FC236}">
                  <a16:creationId xmlns:a16="http://schemas.microsoft.com/office/drawing/2014/main" id="{FCCDB3BD-837E-B86B-1014-6922BD0CCB90}"/>
                </a:ext>
              </a:extLst>
            </p:cNvPr>
            <p:cNvCxnSpPr>
              <a:cxnSpLocks/>
              <a:stCxn id="3" idx="6"/>
              <a:endCxn id="19" idx="2"/>
            </p:cNvCxnSpPr>
            <p:nvPr/>
          </p:nvCxnSpPr>
          <p:spPr>
            <a:xfrm rot="16200000">
              <a:off x="8753366" y="4344035"/>
              <a:ext cx="515396" cy="3238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Rak pilkoppling 37">
              <a:extLst>
                <a:ext uri="{FF2B5EF4-FFF2-40B4-BE49-F238E27FC236}">
                  <a16:creationId xmlns:a16="http://schemas.microsoft.com/office/drawing/2014/main" id="{31D39D33-4B39-7801-5F77-3ECDD60BC9FF}"/>
                </a:ext>
              </a:extLst>
            </p:cNvPr>
            <p:cNvCxnSpPr>
              <a:cxnSpLocks/>
              <a:stCxn id="3" idx="6"/>
              <a:endCxn id="20" idx="2"/>
            </p:cNvCxnSpPr>
            <p:nvPr/>
          </p:nvCxnSpPr>
          <p:spPr>
            <a:xfrm rot="16200000">
              <a:off x="9084836" y="4012565"/>
              <a:ext cx="515396" cy="9867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Rak pilkoppling 39">
              <a:extLst>
                <a:ext uri="{FF2B5EF4-FFF2-40B4-BE49-F238E27FC236}">
                  <a16:creationId xmlns:a16="http://schemas.microsoft.com/office/drawing/2014/main" id="{9E915A9C-1BC1-0E06-875C-D195E544BE33}"/>
                </a:ext>
              </a:extLst>
            </p:cNvPr>
            <p:cNvCxnSpPr>
              <a:cxnSpLocks/>
              <a:stCxn id="3" idx="6"/>
              <a:endCxn id="22" idx="2"/>
            </p:cNvCxnSpPr>
            <p:nvPr/>
          </p:nvCxnSpPr>
          <p:spPr>
            <a:xfrm rot="16200000">
              <a:off x="9408685" y="3688716"/>
              <a:ext cx="515396" cy="16344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Rak pilkoppling 41">
              <a:extLst>
                <a:ext uri="{FF2B5EF4-FFF2-40B4-BE49-F238E27FC236}">
                  <a16:creationId xmlns:a16="http://schemas.microsoft.com/office/drawing/2014/main" id="{5135479F-AD3C-1D94-68B8-905F318EF06D}"/>
                </a:ext>
              </a:extLst>
            </p:cNvPr>
            <p:cNvCxnSpPr>
              <a:cxnSpLocks/>
              <a:stCxn id="16" idx="6"/>
              <a:endCxn id="18" idx="2"/>
            </p:cNvCxnSpPr>
            <p:nvPr/>
          </p:nvCxnSpPr>
          <p:spPr>
            <a:xfrm rot="16200000" flipV="1">
              <a:off x="8760120" y="4013432"/>
              <a:ext cx="515396" cy="9850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Rak pilkoppling 43">
              <a:extLst>
                <a:ext uri="{FF2B5EF4-FFF2-40B4-BE49-F238E27FC236}">
                  <a16:creationId xmlns:a16="http://schemas.microsoft.com/office/drawing/2014/main" id="{B96D21D1-CE4D-4D71-3B2A-95F2AD24AB2E}"/>
                </a:ext>
              </a:extLst>
            </p:cNvPr>
            <p:cNvCxnSpPr>
              <a:cxnSpLocks/>
              <a:stCxn id="16" idx="6"/>
              <a:endCxn id="19" idx="2"/>
            </p:cNvCxnSpPr>
            <p:nvPr/>
          </p:nvCxnSpPr>
          <p:spPr>
            <a:xfrm rot="16200000" flipV="1">
              <a:off x="9083969" y="4337281"/>
              <a:ext cx="515396" cy="3373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Rak pilkoppling 45">
              <a:extLst>
                <a:ext uri="{FF2B5EF4-FFF2-40B4-BE49-F238E27FC236}">
                  <a16:creationId xmlns:a16="http://schemas.microsoft.com/office/drawing/2014/main" id="{750C17D1-C645-92FE-A946-125D7C1A901C}"/>
                </a:ext>
              </a:extLst>
            </p:cNvPr>
            <p:cNvCxnSpPr>
              <a:cxnSpLocks/>
              <a:stCxn id="16" idx="6"/>
              <a:endCxn id="20" idx="2"/>
            </p:cNvCxnSpPr>
            <p:nvPr/>
          </p:nvCxnSpPr>
          <p:spPr>
            <a:xfrm rot="16200000">
              <a:off x="9415439" y="4343168"/>
              <a:ext cx="515396" cy="3255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8" name="Rak pilkoppling 47">
              <a:extLst>
                <a:ext uri="{FF2B5EF4-FFF2-40B4-BE49-F238E27FC236}">
                  <a16:creationId xmlns:a16="http://schemas.microsoft.com/office/drawing/2014/main" id="{466EB356-B3B2-8021-1C18-074442F732A6}"/>
                </a:ext>
              </a:extLst>
            </p:cNvPr>
            <p:cNvCxnSpPr>
              <a:cxnSpLocks/>
              <a:stCxn id="16" idx="6"/>
              <a:endCxn id="22" idx="2"/>
            </p:cNvCxnSpPr>
            <p:nvPr/>
          </p:nvCxnSpPr>
          <p:spPr>
            <a:xfrm rot="16200000">
              <a:off x="9739288" y="4019319"/>
              <a:ext cx="515396" cy="9732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 name="Rak pilkoppling 49">
              <a:extLst>
                <a:ext uri="{FF2B5EF4-FFF2-40B4-BE49-F238E27FC236}">
                  <a16:creationId xmlns:a16="http://schemas.microsoft.com/office/drawing/2014/main" id="{768F8859-B011-8A59-D0FA-637D84895A7E}"/>
                </a:ext>
              </a:extLst>
            </p:cNvPr>
            <p:cNvCxnSpPr>
              <a:cxnSpLocks/>
              <a:stCxn id="17" idx="6"/>
              <a:endCxn id="18" idx="2"/>
            </p:cNvCxnSpPr>
            <p:nvPr/>
          </p:nvCxnSpPr>
          <p:spPr>
            <a:xfrm rot="16200000" flipV="1">
              <a:off x="9084836" y="3688716"/>
              <a:ext cx="515396" cy="16344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2" name="Rak pilkoppling 51">
              <a:extLst>
                <a:ext uri="{FF2B5EF4-FFF2-40B4-BE49-F238E27FC236}">
                  <a16:creationId xmlns:a16="http://schemas.microsoft.com/office/drawing/2014/main" id="{8FAAF1BA-36F5-D431-4D15-CC19B8ED6C56}"/>
                </a:ext>
              </a:extLst>
            </p:cNvPr>
            <p:cNvCxnSpPr>
              <a:cxnSpLocks/>
              <a:stCxn id="17" idx="6"/>
              <a:endCxn id="19" idx="2"/>
            </p:cNvCxnSpPr>
            <p:nvPr/>
          </p:nvCxnSpPr>
          <p:spPr>
            <a:xfrm rot="16200000" flipV="1">
              <a:off x="9408685" y="4012565"/>
              <a:ext cx="515396" cy="9867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 name="Rak pilkoppling 53">
              <a:extLst>
                <a:ext uri="{FF2B5EF4-FFF2-40B4-BE49-F238E27FC236}">
                  <a16:creationId xmlns:a16="http://schemas.microsoft.com/office/drawing/2014/main" id="{93C1AE9D-62DC-27D7-9A1E-A475B92F3853}"/>
                </a:ext>
              </a:extLst>
            </p:cNvPr>
            <p:cNvCxnSpPr>
              <a:cxnSpLocks/>
              <a:stCxn id="17" idx="6"/>
              <a:endCxn id="20" idx="2"/>
            </p:cNvCxnSpPr>
            <p:nvPr/>
          </p:nvCxnSpPr>
          <p:spPr>
            <a:xfrm rot="16200000" flipV="1">
              <a:off x="9740155" y="4344035"/>
              <a:ext cx="515396" cy="3238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 name="Rak pilkoppling 55">
              <a:extLst>
                <a:ext uri="{FF2B5EF4-FFF2-40B4-BE49-F238E27FC236}">
                  <a16:creationId xmlns:a16="http://schemas.microsoft.com/office/drawing/2014/main" id="{926A5D09-6D28-05B9-92F7-8BE085F99A4F}"/>
                </a:ext>
              </a:extLst>
            </p:cNvPr>
            <p:cNvCxnSpPr>
              <a:cxnSpLocks/>
              <a:stCxn id="17" idx="6"/>
              <a:endCxn id="22" idx="2"/>
            </p:cNvCxnSpPr>
            <p:nvPr/>
          </p:nvCxnSpPr>
          <p:spPr>
            <a:xfrm rot="16200000">
              <a:off x="10064004" y="4344035"/>
              <a:ext cx="515396" cy="3238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8" name="Rak pilkoppling 57">
              <a:extLst>
                <a:ext uri="{FF2B5EF4-FFF2-40B4-BE49-F238E27FC236}">
                  <a16:creationId xmlns:a16="http://schemas.microsoft.com/office/drawing/2014/main" id="{72C88CAB-D4BE-C9EC-4BE5-B01CAA57A6F0}"/>
                </a:ext>
              </a:extLst>
            </p:cNvPr>
            <p:cNvCxnSpPr>
              <a:cxnSpLocks/>
              <a:stCxn id="18" idx="6"/>
              <a:endCxn id="123" idx="2"/>
            </p:cNvCxnSpPr>
            <p:nvPr/>
          </p:nvCxnSpPr>
          <p:spPr>
            <a:xfrm flipH="1" flipV="1">
              <a:off x="8524075" y="3348442"/>
              <a:ext cx="1215" cy="517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0" name="Rak pilkoppling 59">
              <a:extLst>
                <a:ext uri="{FF2B5EF4-FFF2-40B4-BE49-F238E27FC236}">
                  <a16:creationId xmlns:a16="http://schemas.microsoft.com/office/drawing/2014/main" id="{956091EA-CC72-C63F-F5D6-816B73AC5921}"/>
                </a:ext>
              </a:extLst>
            </p:cNvPr>
            <p:cNvCxnSpPr>
              <a:cxnSpLocks/>
              <a:stCxn id="18" idx="6"/>
              <a:endCxn id="124" idx="2"/>
            </p:cNvCxnSpPr>
            <p:nvPr/>
          </p:nvCxnSpPr>
          <p:spPr>
            <a:xfrm flipV="1">
              <a:off x="8525290" y="3348442"/>
              <a:ext cx="641632" cy="517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2" name="Rak pilkoppling 61">
              <a:extLst>
                <a:ext uri="{FF2B5EF4-FFF2-40B4-BE49-F238E27FC236}">
                  <a16:creationId xmlns:a16="http://schemas.microsoft.com/office/drawing/2014/main" id="{6125BD46-240C-45F4-59FF-FB4265F1E827}"/>
                </a:ext>
              </a:extLst>
            </p:cNvPr>
            <p:cNvCxnSpPr>
              <a:cxnSpLocks/>
              <a:stCxn id="18" idx="6"/>
              <a:endCxn id="125" idx="2"/>
            </p:cNvCxnSpPr>
            <p:nvPr/>
          </p:nvCxnSpPr>
          <p:spPr>
            <a:xfrm flipV="1">
              <a:off x="8525290" y="3348442"/>
              <a:ext cx="1310638" cy="517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4" name="Rak pilkoppling 63">
              <a:extLst>
                <a:ext uri="{FF2B5EF4-FFF2-40B4-BE49-F238E27FC236}">
                  <a16:creationId xmlns:a16="http://schemas.microsoft.com/office/drawing/2014/main" id="{02660A7E-4116-BC6E-E407-1825768DC776}"/>
                </a:ext>
              </a:extLst>
            </p:cNvPr>
            <p:cNvCxnSpPr>
              <a:cxnSpLocks/>
              <a:stCxn id="18" idx="6"/>
              <a:endCxn id="126" idx="2"/>
            </p:cNvCxnSpPr>
            <p:nvPr/>
          </p:nvCxnSpPr>
          <p:spPr>
            <a:xfrm flipV="1">
              <a:off x="8525290" y="3348442"/>
              <a:ext cx="1959199" cy="517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6" name="Rak pilkoppling 65">
              <a:extLst>
                <a:ext uri="{FF2B5EF4-FFF2-40B4-BE49-F238E27FC236}">
                  <a16:creationId xmlns:a16="http://schemas.microsoft.com/office/drawing/2014/main" id="{37E13BA6-3B8F-C502-C01E-393F100189CE}"/>
                </a:ext>
              </a:extLst>
            </p:cNvPr>
            <p:cNvCxnSpPr>
              <a:cxnSpLocks/>
              <a:stCxn id="19" idx="6"/>
              <a:endCxn id="123" idx="2"/>
            </p:cNvCxnSpPr>
            <p:nvPr/>
          </p:nvCxnSpPr>
          <p:spPr>
            <a:xfrm flipH="1" flipV="1">
              <a:off x="8524075" y="3348442"/>
              <a:ext cx="648913" cy="517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8" name="Rak pilkoppling 67">
              <a:extLst>
                <a:ext uri="{FF2B5EF4-FFF2-40B4-BE49-F238E27FC236}">
                  <a16:creationId xmlns:a16="http://schemas.microsoft.com/office/drawing/2014/main" id="{6147FBD7-119E-9F64-070B-1F1DC0975C1F}"/>
                </a:ext>
              </a:extLst>
            </p:cNvPr>
            <p:cNvCxnSpPr>
              <a:cxnSpLocks/>
              <a:stCxn id="19" idx="6"/>
              <a:endCxn id="124" idx="2"/>
            </p:cNvCxnSpPr>
            <p:nvPr/>
          </p:nvCxnSpPr>
          <p:spPr>
            <a:xfrm flipH="1" flipV="1">
              <a:off x="9166922" y="3348442"/>
              <a:ext cx="6066" cy="517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0" name="Rak pilkoppling 69">
              <a:extLst>
                <a:ext uri="{FF2B5EF4-FFF2-40B4-BE49-F238E27FC236}">
                  <a16:creationId xmlns:a16="http://schemas.microsoft.com/office/drawing/2014/main" id="{540CB019-4B88-92BA-3DFC-A0C34136ADB9}"/>
                </a:ext>
              </a:extLst>
            </p:cNvPr>
            <p:cNvCxnSpPr>
              <a:cxnSpLocks/>
              <a:stCxn id="19" idx="6"/>
              <a:endCxn id="125" idx="2"/>
            </p:cNvCxnSpPr>
            <p:nvPr/>
          </p:nvCxnSpPr>
          <p:spPr>
            <a:xfrm flipV="1">
              <a:off x="9172988" y="3348442"/>
              <a:ext cx="662940" cy="517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2" name="Rak pilkoppling 71">
              <a:extLst>
                <a:ext uri="{FF2B5EF4-FFF2-40B4-BE49-F238E27FC236}">
                  <a16:creationId xmlns:a16="http://schemas.microsoft.com/office/drawing/2014/main" id="{8A9A7CD7-22B7-BC13-2B5F-B0A99A106FF9}"/>
                </a:ext>
              </a:extLst>
            </p:cNvPr>
            <p:cNvCxnSpPr>
              <a:cxnSpLocks/>
              <a:stCxn id="19" idx="6"/>
              <a:endCxn id="126" idx="2"/>
            </p:cNvCxnSpPr>
            <p:nvPr/>
          </p:nvCxnSpPr>
          <p:spPr>
            <a:xfrm flipV="1">
              <a:off x="9172988" y="3348442"/>
              <a:ext cx="1311501" cy="517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4" name="Rak pilkoppling 73">
              <a:extLst>
                <a:ext uri="{FF2B5EF4-FFF2-40B4-BE49-F238E27FC236}">
                  <a16:creationId xmlns:a16="http://schemas.microsoft.com/office/drawing/2014/main" id="{083CABAE-8B71-CB9A-9853-F5456E73B891}"/>
                </a:ext>
              </a:extLst>
            </p:cNvPr>
            <p:cNvCxnSpPr>
              <a:cxnSpLocks/>
              <a:stCxn id="20" idx="6"/>
              <a:endCxn id="123" idx="2"/>
            </p:cNvCxnSpPr>
            <p:nvPr/>
          </p:nvCxnSpPr>
          <p:spPr>
            <a:xfrm flipH="1" flipV="1">
              <a:off x="8524075" y="3348442"/>
              <a:ext cx="1311853" cy="517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6" name="Rak pilkoppling 75">
              <a:extLst>
                <a:ext uri="{FF2B5EF4-FFF2-40B4-BE49-F238E27FC236}">
                  <a16:creationId xmlns:a16="http://schemas.microsoft.com/office/drawing/2014/main" id="{5B01384E-A8A3-8904-EF79-71CB39F3E849}"/>
                </a:ext>
              </a:extLst>
            </p:cNvPr>
            <p:cNvCxnSpPr>
              <a:cxnSpLocks/>
              <a:stCxn id="20" idx="6"/>
              <a:endCxn id="124" idx="2"/>
            </p:cNvCxnSpPr>
            <p:nvPr/>
          </p:nvCxnSpPr>
          <p:spPr>
            <a:xfrm flipH="1" flipV="1">
              <a:off x="9166922" y="3348442"/>
              <a:ext cx="669006" cy="517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7" name="Rak pilkoppling 76">
              <a:extLst>
                <a:ext uri="{FF2B5EF4-FFF2-40B4-BE49-F238E27FC236}">
                  <a16:creationId xmlns:a16="http://schemas.microsoft.com/office/drawing/2014/main" id="{0BFE20C0-BF56-8283-44C3-CB2026D23788}"/>
                </a:ext>
              </a:extLst>
            </p:cNvPr>
            <p:cNvCxnSpPr>
              <a:cxnSpLocks/>
              <a:stCxn id="20" idx="6"/>
              <a:endCxn id="125" idx="2"/>
            </p:cNvCxnSpPr>
            <p:nvPr/>
          </p:nvCxnSpPr>
          <p:spPr>
            <a:xfrm flipV="1">
              <a:off x="9835928" y="3348442"/>
              <a:ext cx="0" cy="517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9" name="Rak pilkoppling 78">
              <a:extLst>
                <a:ext uri="{FF2B5EF4-FFF2-40B4-BE49-F238E27FC236}">
                  <a16:creationId xmlns:a16="http://schemas.microsoft.com/office/drawing/2014/main" id="{4E87F4B4-4F21-C13D-7EBE-709D2A28B554}"/>
                </a:ext>
              </a:extLst>
            </p:cNvPr>
            <p:cNvCxnSpPr>
              <a:cxnSpLocks/>
              <a:stCxn id="20" idx="6"/>
              <a:endCxn id="126" idx="2"/>
            </p:cNvCxnSpPr>
            <p:nvPr/>
          </p:nvCxnSpPr>
          <p:spPr>
            <a:xfrm flipV="1">
              <a:off x="9835928" y="3348442"/>
              <a:ext cx="648561" cy="517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1" name="Rak pilkoppling 80">
              <a:extLst>
                <a:ext uri="{FF2B5EF4-FFF2-40B4-BE49-F238E27FC236}">
                  <a16:creationId xmlns:a16="http://schemas.microsoft.com/office/drawing/2014/main" id="{B6FDBEDB-D611-C9FC-9BF5-B993004A7FF6}"/>
                </a:ext>
              </a:extLst>
            </p:cNvPr>
            <p:cNvCxnSpPr>
              <a:cxnSpLocks/>
              <a:stCxn id="22" idx="6"/>
              <a:endCxn id="123" idx="2"/>
            </p:cNvCxnSpPr>
            <p:nvPr/>
          </p:nvCxnSpPr>
          <p:spPr>
            <a:xfrm flipH="1" flipV="1">
              <a:off x="8524075" y="3348442"/>
              <a:ext cx="1959551" cy="517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3" name="Rak pilkoppling 82">
              <a:extLst>
                <a:ext uri="{FF2B5EF4-FFF2-40B4-BE49-F238E27FC236}">
                  <a16:creationId xmlns:a16="http://schemas.microsoft.com/office/drawing/2014/main" id="{AF107CE7-7CBE-5722-35BB-35BFB93E0400}"/>
                </a:ext>
              </a:extLst>
            </p:cNvPr>
            <p:cNvCxnSpPr>
              <a:cxnSpLocks/>
              <a:stCxn id="22" idx="6"/>
              <a:endCxn id="124" idx="2"/>
            </p:cNvCxnSpPr>
            <p:nvPr/>
          </p:nvCxnSpPr>
          <p:spPr>
            <a:xfrm flipH="1" flipV="1">
              <a:off x="9166922" y="3348442"/>
              <a:ext cx="1316704" cy="517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5" name="Rak pilkoppling 84">
              <a:extLst>
                <a:ext uri="{FF2B5EF4-FFF2-40B4-BE49-F238E27FC236}">
                  <a16:creationId xmlns:a16="http://schemas.microsoft.com/office/drawing/2014/main" id="{FD83A7A3-95B9-BD7D-CB03-8A57D1B868E3}"/>
                </a:ext>
              </a:extLst>
            </p:cNvPr>
            <p:cNvCxnSpPr>
              <a:cxnSpLocks/>
              <a:stCxn id="22" idx="6"/>
              <a:endCxn id="125" idx="2"/>
            </p:cNvCxnSpPr>
            <p:nvPr/>
          </p:nvCxnSpPr>
          <p:spPr>
            <a:xfrm flipH="1" flipV="1">
              <a:off x="9835928" y="3348442"/>
              <a:ext cx="647698" cy="517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6" name="Rak pilkoppling 85">
              <a:extLst>
                <a:ext uri="{FF2B5EF4-FFF2-40B4-BE49-F238E27FC236}">
                  <a16:creationId xmlns:a16="http://schemas.microsoft.com/office/drawing/2014/main" id="{9BC33B11-FDA4-D6BC-6E1D-ED8E00F361DE}"/>
                </a:ext>
              </a:extLst>
            </p:cNvPr>
            <p:cNvCxnSpPr>
              <a:cxnSpLocks/>
              <a:stCxn id="22" idx="6"/>
              <a:endCxn id="126" idx="2"/>
            </p:cNvCxnSpPr>
            <p:nvPr/>
          </p:nvCxnSpPr>
          <p:spPr>
            <a:xfrm flipV="1">
              <a:off x="10483626" y="3348442"/>
              <a:ext cx="863" cy="517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7" name="Rak pilkoppling 86">
              <a:extLst>
                <a:ext uri="{FF2B5EF4-FFF2-40B4-BE49-F238E27FC236}">
                  <a16:creationId xmlns:a16="http://schemas.microsoft.com/office/drawing/2014/main" id="{396A8B6D-201E-D859-BE0B-6CE0336696BF}"/>
                </a:ext>
              </a:extLst>
            </p:cNvPr>
            <p:cNvCxnSpPr>
              <a:cxnSpLocks/>
              <a:stCxn id="24" idx="6"/>
              <a:endCxn id="32" idx="2"/>
            </p:cNvCxnSpPr>
            <p:nvPr/>
          </p:nvCxnSpPr>
          <p:spPr>
            <a:xfrm rot="16200000">
              <a:off x="8755963" y="1320171"/>
              <a:ext cx="515396" cy="9767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8" name="Rak pilkoppling 87">
              <a:extLst>
                <a:ext uri="{FF2B5EF4-FFF2-40B4-BE49-F238E27FC236}">
                  <a16:creationId xmlns:a16="http://schemas.microsoft.com/office/drawing/2014/main" id="{980CF406-798A-BFD8-A9B8-79B2F1A0290E}"/>
                </a:ext>
              </a:extLst>
            </p:cNvPr>
            <p:cNvCxnSpPr>
              <a:cxnSpLocks/>
              <a:stCxn id="26" idx="6"/>
              <a:endCxn id="32" idx="2"/>
            </p:cNvCxnSpPr>
            <p:nvPr/>
          </p:nvCxnSpPr>
          <p:spPr>
            <a:xfrm rot="16200000">
              <a:off x="9077386" y="1641594"/>
              <a:ext cx="515396" cy="3338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9" name="Rak pilkoppling 88">
              <a:extLst>
                <a:ext uri="{FF2B5EF4-FFF2-40B4-BE49-F238E27FC236}">
                  <a16:creationId xmlns:a16="http://schemas.microsoft.com/office/drawing/2014/main" id="{ADB2C3AB-0816-FAAB-E243-6CD331561DA1}"/>
                </a:ext>
              </a:extLst>
            </p:cNvPr>
            <p:cNvCxnSpPr>
              <a:cxnSpLocks/>
              <a:stCxn id="28" idx="6"/>
              <a:endCxn id="32" idx="2"/>
            </p:cNvCxnSpPr>
            <p:nvPr/>
          </p:nvCxnSpPr>
          <p:spPr>
            <a:xfrm rot="16200000" flipV="1">
              <a:off x="9411889" y="1640986"/>
              <a:ext cx="515396" cy="3351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0" name="Rak pilkoppling 89">
              <a:extLst>
                <a:ext uri="{FF2B5EF4-FFF2-40B4-BE49-F238E27FC236}">
                  <a16:creationId xmlns:a16="http://schemas.microsoft.com/office/drawing/2014/main" id="{802F27BD-E82D-5873-22A0-24F13454C954}"/>
                </a:ext>
              </a:extLst>
            </p:cNvPr>
            <p:cNvCxnSpPr>
              <a:cxnSpLocks/>
              <a:stCxn id="30" idx="6"/>
              <a:endCxn id="32" idx="2"/>
            </p:cNvCxnSpPr>
            <p:nvPr/>
          </p:nvCxnSpPr>
          <p:spPr>
            <a:xfrm rot="16200000" flipV="1">
              <a:off x="9736170" y="1316706"/>
              <a:ext cx="515396" cy="9836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5" name="Rak pilkoppling 294">
              <a:extLst>
                <a:ext uri="{FF2B5EF4-FFF2-40B4-BE49-F238E27FC236}">
                  <a16:creationId xmlns:a16="http://schemas.microsoft.com/office/drawing/2014/main" id="{23238F5A-EEC8-17DE-0BA2-664D006C58F9}"/>
                </a:ext>
              </a:extLst>
            </p:cNvPr>
            <p:cNvCxnSpPr>
              <a:cxnSpLocks/>
              <a:stCxn id="123" idx="6"/>
              <a:endCxn id="24" idx="2"/>
            </p:cNvCxnSpPr>
            <p:nvPr/>
          </p:nvCxnSpPr>
          <p:spPr>
            <a:xfrm flipV="1">
              <a:off x="8524075" y="2448622"/>
              <a:ext cx="1215" cy="517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6" name="Rak pilkoppling 295">
              <a:extLst>
                <a:ext uri="{FF2B5EF4-FFF2-40B4-BE49-F238E27FC236}">
                  <a16:creationId xmlns:a16="http://schemas.microsoft.com/office/drawing/2014/main" id="{262EE646-D3E8-A7B9-CC32-3970F03F4185}"/>
                </a:ext>
              </a:extLst>
            </p:cNvPr>
            <p:cNvCxnSpPr>
              <a:cxnSpLocks/>
              <a:endCxn id="26" idx="2"/>
            </p:cNvCxnSpPr>
            <p:nvPr/>
          </p:nvCxnSpPr>
          <p:spPr>
            <a:xfrm flipV="1">
              <a:off x="8525290" y="2448622"/>
              <a:ext cx="642847" cy="5276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7" name="Rak pilkoppling 296">
              <a:extLst>
                <a:ext uri="{FF2B5EF4-FFF2-40B4-BE49-F238E27FC236}">
                  <a16:creationId xmlns:a16="http://schemas.microsoft.com/office/drawing/2014/main" id="{7867E11C-506C-838F-2388-8AB7C3B26614}"/>
                </a:ext>
              </a:extLst>
            </p:cNvPr>
            <p:cNvCxnSpPr>
              <a:cxnSpLocks/>
              <a:endCxn id="28" idx="2"/>
            </p:cNvCxnSpPr>
            <p:nvPr/>
          </p:nvCxnSpPr>
          <p:spPr>
            <a:xfrm flipV="1">
              <a:off x="8525290" y="2448622"/>
              <a:ext cx="1311853" cy="5276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8" name="Rak pilkoppling 297">
              <a:extLst>
                <a:ext uri="{FF2B5EF4-FFF2-40B4-BE49-F238E27FC236}">
                  <a16:creationId xmlns:a16="http://schemas.microsoft.com/office/drawing/2014/main" id="{672738A0-F06D-8FD6-CBCB-2EBC9A1C3C73}"/>
                </a:ext>
              </a:extLst>
            </p:cNvPr>
            <p:cNvCxnSpPr>
              <a:cxnSpLocks/>
              <a:stCxn id="123" idx="6"/>
              <a:endCxn id="30" idx="2"/>
            </p:cNvCxnSpPr>
            <p:nvPr/>
          </p:nvCxnSpPr>
          <p:spPr>
            <a:xfrm flipV="1">
              <a:off x="8524075" y="2448622"/>
              <a:ext cx="1961629" cy="517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9" name="Rak pilkoppling 298">
              <a:extLst>
                <a:ext uri="{FF2B5EF4-FFF2-40B4-BE49-F238E27FC236}">
                  <a16:creationId xmlns:a16="http://schemas.microsoft.com/office/drawing/2014/main" id="{5F6CD70D-02F9-C7D9-5A99-65744E65EF32}"/>
                </a:ext>
              </a:extLst>
            </p:cNvPr>
            <p:cNvCxnSpPr>
              <a:cxnSpLocks/>
              <a:stCxn id="124" idx="6"/>
              <a:endCxn id="24" idx="2"/>
            </p:cNvCxnSpPr>
            <p:nvPr/>
          </p:nvCxnSpPr>
          <p:spPr>
            <a:xfrm flipH="1" flipV="1">
              <a:off x="8525290" y="2448622"/>
              <a:ext cx="641632" cy="517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0" name="Rak pilkoppling 299">
              <a:extLst>
                <a:ext uri="{FF2B5EF4-FFF2-40B4-BE49-F238E27FC236}">
                  <a16:creationId xmlns:a16="http://schemas.microsoft.com/office/drawing/2014/main" id="{5B957FBD-F646-7714-33E8-F80CBB0756A9}"/>
                </a:ext>
              </a:extLst>
            </p:cNvPr>
            <p:cNvCxnSpPr>
              <a:cxnSpLocks/>
              <a:endCxn id="26" idx="2"/>
            </p:cNvCxnSpPr>
            <p:nvPr/>
          </p:nvCxnSpPr>
          <p:spPr>
            <a:xfrm flipH="1" flipV="1">
              <a:off x="9168137" y="2448622"/>
              <a:ext cx="4851" cy="5276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1" name="Rak pilkoppling 300">
              <a:extLst>
                <a:ext uri="{FF2B5EF4-FFF2-40B4-BE49-F238E27FC236}">
                  <a16:creationId xmlns:a16="http://schemas.microsoft.com/office/drawing/2014/main" id="{313EA7F9-C788-EE24-5DAB-8E9E7CAA887C}"/>
                </a:ext>
              </a:extLst>
            </p:cNvPr>
            <p:cNvCxnSpPr>
              <a:cxnSpLocks/>
              <a:stCxn id="124" idx="6"/>
              <a:endCxn id="28" idx="2"/>
            </p:cNvCxnSpPr>
            <p:nvPr/>
          </p:nvCxnSpPr>
          <p:spPr>
            <a:xfrm flipV="1">
              <a:off x="9166922" y="2448622"/>
              <a:ext cx="670221" cy="517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2" name="Rak pilkoppling 301">
              <a:extLst>
                <a:ext uri="{FF2B5EF4-FFF2-40B4-BE49-F238E27FC236}">
                  <a16:creationId xmlns:a16="http://schemas.microsoft.com/office/drawing/2014/main" id="{7106D6C5-D0CC-3E17-3C67-7F8211C4C973}"/>
                </a:ext>
              </a:extLst>
            </p:cNvPr>
            <p:cNvCxnSpPr>
              <a:cxnSpLocks/>
              <a:stCxn id="124" idx="6"/>
              <a:endCxn id="30" idx="2"/>
            </p:cNvCxnSpPr>
            <p:nvPr/>
          </p:nvCxnSpPr>
          <p:spPr>
            <a:xfrm flipV="1">
              <a:off x="9166922" y="2448622"/>
              <a:ext cx="1318782" cy="517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3" name="Rak pilkoppling 302">
              <a:extLst>
                <a:ext uri="{FF2B5EF4-FFF2-40B4-BE49-F238E27FC236}">
                  <a16:creationId xmlns:a16="http://schemas.microsoft.com/office/drawing/2014/main" id="{956DD2DE-E41C-EAAD-1E75-7B595B451DE9}"/>
                </a:ext>
              </a:extLst>
            </p:cNvPr>
            <p:cNvCxnSpPr>
              <a:cxnSpLocks/>
              <a:stCxn id="125" idx="6"/>
              <a:endCxn id="24" idx="2"/>
            </p:cNvCxnSpPr>
            <p:nvPr/>
          </p:nvCxnSpPr>
          <p:spPr>
            <a:xfrm flipH="1" flipV="1">
              <a:off x="8525290" y="2448622"/>
              <a:ext cx="1310638" cy="517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4" name="Rak pilkoppling 303">
              <a:extLst>
                <a:ext uri="{FF2B5EF4-FFF2-40B4-BE49-F238E27FC236}">
                  <a16:creationId xmlns:a16="http://schemas.microsoft.com/office/drawing/2014/main" id="{3D6B77F2-75C9-CDE7-BE0A-0E6586AF8BE5}"/>
                </a:ext>
              </a:extLst>
            </p:cNvPr>
            <p:cNvCxnSpPr>
              <a:cxnSpLocks/>
              <a:stCxn id="125" idx="6"/>
              <a:endCxn id="26" idx="2"/>
            </p:cNvCxnSpPr>
            <p:nvPr/>
          </p:nvCxnSpPr>
          <p:spPr>
            <a:xfrm flipH="1" flipV="1">
              <a:off x="9168137" y="2448622"/>
              <a:ext cx="667791" cy="517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5" name="Rak pilkoppling 304">
              <a:extLst>
                <a:ext uri="{FF2B5EF4-FFF2-40B4-BE49-F238E27FC236}">
                  <a16:creationId xmlns:a16="http://schemas.microsoft.com/office/drawing/2014/main" id="{9BECA63E-F98D-5B74-7162-571E1C35E654}"/>
                </a:ext>
              </a:extLst>
            </p:cNvPr>
            <p:cNvCxnSpPr>
              <a:cxnSpLocks/>
              <a:endCxn id="28" idx="2"/>
            </p:cNvCxnSpPr>
            <p:nvPr/>
          </p:nvCxnSpPr>
          <p:spPr>
            <a:xfrm flipV="1">
              <a:off x="9828227" y="2448622"/>
              <a:ext cx="8916" cy="517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6" name="Rak pilkoppling 305">
              <a:extLst>
                <a:ext uri="{FF2B5EF4-FFF2-40B4-BE49-F238E27FC236}">
                  <a16:creationId xmlns:a16="http://schemas.microsoft.com/office/drawing/2014/main" id="{6E6769C8-B39C-FC0E-57DA-99C464B0D414}"/>
                </a:ext>
              </a:extLst>
            </p:cNvPr>
            <p:cNvCxnSpPr>
              <a:cxnSpLocks/>
              <a:endCxn id="30" idx="2"/>
            </p:cNvCxnSpPr>
            <p:nvPr/>
          </p:nvCxnSpPr>
          <p:spPr>
            <a:xfrm flipV="1">
              <a:off x="9835928" y="2448622"/>
              <a:ext cx="649776" cy="5153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7" name="Rak pilkoppling 306">
              <a:extLst>
                <a:ext uri="{FF2B5EF4-FFF2-40B4-BE49-F238E27FC236}">
                  <a16:creationId xmlns:a16="http://schemas.microsoft.com/office/drawing/2014/main" id="{386C2855-6EE4-ECCE-7D5B-694C5589A148}"/>
                </a:ext>
              </a:extLst>
            </p:cNvPr>
            <p:cNvCxnSpPr>
              <a:cxnSpLocks/>
              <a:endCxn id="24" idx="2"/>
            </p:cNvCxnSpPr>
            <p:nvPr/>
          </p:nvCxnSpPr>
          <p:spPr>
            <a:xfrm flipH="1" flipV="1">
              <a:off x="8525290" y="2448622"/>
              <a:ext cx="1958336" cy="5276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8" name="Rak pilkoppling 307">
              <a:extLst>
                <a:ext uri="{FF2B5EF4-FFF2-40B4-BE49-F238E27FC236}">
                  <a16:creationId xmlns:a16="http://schemas.microsoft.com/office/drawing/2014/main" id="{16EC79A9-2147-A911-8B4E-56D293365595}"/>
                </a:ext>
              </a:extLst>
            </p:cNvPr>
            <p:cNvCxnSpPr>
              <a:cxnSpLocks/>
              <a:stCxn id="126" idx="6"/>
              <a:endCxn id="26" idx="2"/>
            </p:cNvCxnSpPr>
            <p:nvPr/>
          </p:nvCxnSpPr>
          <p:spPr>
            <a:xfrm flipH="1" flipV="1">
              <a:off x="9168137" y="2448622"/>
              <a:ext cx="1316352" cy="517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9" name="Rak pilkoppling 308">
              <a:extLst>
                <a:ext uri="{FF2B5EF4-FFF2-40B4-BE49-F238E27FC236}">
                  <a16:creationId xmlns:a16="http://schemas.microsoft.com/office/drawing/2014/main" id="{180F275F-E494-6587-5114-9156C5DA9DE2}"/>
                </a:ext>
              </a:extLst>
            </p:cNvPr>
            <p:cNvCxnSpPr>
              <a:cxnSpLocks/>
              <a:stCxn id="126" idx="6"/>
              <a:endCxn id="28" idx="2"/>
            </p:cNvCxnSpPr>
            <p:nvPr/>
          </p:nvCxnSpPr>
          <p:spPr>
            <a:xfrm flipH="1" flipV="1">
              <a:off x="9837143" y="2448622"/>
              <a:ext cx="647346" cy="517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0" name="Rak pilkoppling 309">
              <a:extLst>
                <a:ext uri="{FF2B5EF4-FFF2-40B4-BE49-F238E27FC236}">
                  <a16:creationId xmlns:a16="http://schemas.microsoft.com/office/drawing/2014/main" id="{34A2238D-42FD-9503-165F-F0ECCF1BADFD}"/>
                </a:ext>
              </a:extLst>
            </p:cNvPr>
            <p:cNvCxnSpPr>
              <a:cxnSpLocks/>
              <a:stCxn id="126" idx="6"/>
              <a:endCxn id="30" idx="2"/>
            </p:cNvCxnSpPr>
            <p:nvPr/>
          </p:nvCxnSpPr>
          <p:spPr>
            <a:xfrm flipV="1">
              <a:off x="10484489" y="2448622"/>
              <a:ext cx="1215" cy="5174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 name="Ellips 2">
              <a:extLst>
                <a:ext uri="{FF2B5EF4-FFF2-40B4-BE49-F238E27FC236}">
                  <a16:creationId xmlns:a16="http://schemas.microsoft.com/office/drawing/2014/main" id="{634A8EDE-0131-ABB3-501B-AE705674EF83}"/>
                </a:ext>
              </a:extLst>
            </p:cNvPr>
            <p:cNvSpPr/>
            <p:nvPr/>
          </p:nvSpPr>
          <p:spPr>
            <a:xfrm rot="16200000">
              <a:off x="8657948" y="4763658"/>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16" name="Ellips 15">
              <a:extLst>
                <a:ext uri="{FF2B5EF4-FFF2-40B4-BE49-F238E27FC236}">
                  <a16:creationId xmlns:a16="http://schemas.microsoft.com/office/drawing/2014/main" id="{784005B8-5093-55C8-0B75-2E005A7C42E8}"/>
                </a:ext>
              </a:extLst>
            </p:cNvPr>
            <p:cNvSpPr/>
            <p:nvPr/>
          </p:nvSpPr>
          <p:spPr>
            <a:xfrm rot="16200000">
              <a:off x="9319154" y="4763658"/>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7" name="Ellips 16">
              <a:extLst>
                <a:ext uri="{FF2B5EF4-FFF2-40B4-BE49-F238E27FC236}">
                  <a16:creationId xmlns:a16="http://schemas.microsoft.com/office/drawing/2014/main" id="{BCC0AFE8-6322-D984-2E10-4E44AB3DE777}"/>
                </a:ext>
              </a:extLst>
            </p:cNvPr>
            <p:cNvSpPr/>
            <p:nvPr/>
          </p:nvSpPr>
          <p:spPr>
            <a:xfrm rot="16200000">
              <a:off x="9968586" y="4763658"/>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8" name="Ellips 17">
              <a:extLst>
                <a:ext uri="{FF2B5EF4-FFF2-40B4-BE49-F238E27FC236}">
                  <a16:creationId xmlns:a16="http://schemas.microsoft.com/office/drawing/2014/main" id="{B71CE593-8B81-3E1F-0E12-CE8B5DDEA3A5}"/>
                </a:ext>
              </a:extLst>
            </p:cNvPr>
            <p:cNvSpPr/>
            <p:nvPr/>
          </p:nvSpPr>
          <p:spPr>
            <a:xfrm rot="16200000">
              <a:off x="8334099" y="3865880"/>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9" name="Ellips 18">
              <a:extLst>
                <a:ext uri="{FF2B5EF4-FFF2-40B4-BE49-F238E27FC236}">
                  <a16:creationId xmlns:a16="http://schemas.microsoft.com/office/drawing/2014/main" id="{E276AD45-E8D2-F295-E89C-21B572DC894E}"/>
                </a:ext>
              </a:extLst>
            </p:cNvPr>
            <p:cNvSpPr/>
            <p:nvPr/>
          </p:nvSpPr>
          <p:spPr>
            <a:xfrm rot="16200000">
              <a:off x="8981797" y="3865880"/>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0" name="Ellips 19">
              <a:extLst>
                <a:ext uri="{FF2B5EF4-FFF2-40B4-BE49-F238E27FC236}">
                  <a16:creationId xmlns:a16="http://schemas.microsoft.com/office/drawing/2014/main" id="{616D615B-4048-FB75-75F7-D3A4C3A54253}"/>
                </a:ext>
              </a:extLst>
            </p:cNvPr>
            <p:cNvSpPr/>
            <p:nvPr/>
          </p:nvSpPr>
          <p:spPr>
            <a:xfrm rot="16200000">
              <a:off x="9644737" y="3865880"/>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2" name="Ellips 21">
              <a:extLst>
                <a:ext uri="{FF2B5EF4-FFF2-40B4-BE49-F238E27FC236}">
                  <a16:creationId xmlns:a16="http://schemas.microsoft.com/office/drawing/2014/main" id="{86CDE13D-8142-C36B-CF25-3A1A297A2EF1}"/>
                </a:ext>
              </a:extLst>
            </p:cNvPr>
            <p:cNvSpPr/>
            <p:nvPr/>
          </p:nvSpPr>
          <p:spPr>
            <a:xfrm rot="16200000">
              <a:off x="10292435" y="3865880"/>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4" name="Ellips 23">
              <a:extLst>
                <a:ext uri="{FF2B5EF4-FFF2-40B4-BE49-F238E27FC236}">
                  <a16:creationId xmlns:a16="http://schemas.microsoft.com/office/drawing/2014/main" id="{70228F23-3F5F-CAA6-5B28-3A76E360FD71}"/>
                </a:ext>
              </a:extLst>
            </p:cNvPr>
            <p:cNvSpPr/>
            <p:nvPr/>
          </p:nvSpPr>
          <p:spPr>
            <a:xfrm rot="16200000">
              <a:off x="8334099" y="2066240"/>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6" name="Ellips 25">
              <a:extLst>
                <a:ext uri="{FF2B5EF4-FFF2-40B4-BE49-F238E27FC236}">
                  <a16:creationId xmlns:a16="http://schemas.microsoft.com/office/drawing/2014/main" id="{ED14E119-D713-52E8-1248-231F9DBFF794}"/>
                </a:ext>
              </a:extLst>
            </p:cNvPr>
            <p:cNvSpPr/>
            <p:nvPr/>
          </p:nvSpPr>
          <p:spPr>
            <a:xfrm rot="16200000">
              <a:off x="8976946" y="2066240"/>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8" name="Ellips 27">
              <a:extLst>
                <a:ext uri="{FF2B5EF4-FFF2-40B4-BE49-F238E27FC236}">
                  <a16:creationId xmlns:a16="http://schemas.microsoft.com/office/drawing/2014/main" id="{E176CC86-EDFB-F0BC-737C-F545340E98D3}"/>
                </a:ext>
              </a:extLst>
            </p:cNvPr>
            <p:cNvSpPr/>
            <p:nvPr/>
          </p:nvSpPr>
          <p:spPr>
            <a:xfrm rot="16200000">
              <a:off x="9645952" y="2066240"/>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30" name="Ellips 29">
              <a:extLst>
                <a:ext uri="{FF2B5EF4-FFF2-40B4-BE49-F238E27FC236}">
                  <a16:creationId xmlns:a16="http://schemas.microsoft.com/office/drawing/2014/main" id="{BBE9E82A-4FDC-2153-F9D8-C058B4C8C9DA}"/>
                </a:ext>
              </a:extLst>
            </p:cNvPr>
            <p:cNvSpPr/>
            <p:nvPr/>
          </p:nvSpPr>
          <p:spPr>
            <a:xfrm rot="16200000">
              <a:off x="10294513" y="2066240"/>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32" name="Ellips 31">
              <a:extLst>
                <a:ext uri="{FF2B5EF4-FFF2-40B4-BE49-F238E27FC236}">
                  <a16:creationId xmlns:a16="http://schemas.microsoft.com/office/drawing/2014/main" id="{9290A7CF-8300-5314-3024-3B70477FEEF5}"/>
                </a:ext>
              </a:extLst>
            </p:cNvPr>
            <p:cNvSpPr/>
            <p:nvPr/>
          </p:nvSpPr>
          <p:spPr>
            <a:xfrm rot="16200000">
              <a:off x="9310841" y="1168462"/>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23" name="Ellips 122">
              <a:extLst>
                <a:ext uri="{FF2B5EF4-FFF2-40B4-BE49-F238E27FC236}">
                  <a16:creationId xmlns:a16="http://schemas.microsoft.com/office/drawing/2014/main" id="{18E7FA75-B18D-CE0F-13B6-D5D0E411A6D3}"/>
                </a:ext>
              </a:extLst>
            </p:cNvPr>
            <p:cNvSpPr/>
            <p:nvPr/>
          </p:nvSpPr>
          <p:spPr>
            <a:xfrm rot="16200000">
              <a:off x="8332884" y="2966060"/>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24" name="Ellips 123">
              <a:extLst>
                <a:ext uri="{FF2B5EF4-FFF2-40B4-BE49-F238E27FC236}">
                  <a16:creationId xmlns:a16="http://schemas.microsoft.com/office/drawing/2014/main" id="{7027CD0E-7DC8-A617-A9D0-1342636F18C7}"/>
                </a:ext>
              </a:extLst>
            </p:cNvPr>
            <p:cNvSpPr/>
            <p:nvPr/>
          </p:nvSpPr>
          <p:spPr>
            <a:xfrm rot="16200000">
              <a:off x="8975731" y="2966060"/>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25" name="Ellips 124">
              <a:extLst>
                <a:ext uri="{FF2B5EF4-FFF2-40B4-BE49-F238E27FC236}">
                  <a16:creationId xmlns:a16="http://schemas.microsoft.com/office/drawing/2014/main" id="{F070BEA0-3092-1C88-9218-3F5FCC0A3285}"/>
                </a:ext>
              </a:extLst>
            </p:cNvPr>
            <p:cNvSpPr/>
            <p:nvPr/>
          </p:nvSpPr>
          <p:spPr>
            <a:xfrm rot="16200000">
              <a:off x="9644737" y="2966060"/>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26" name="Ellips 125">
              <a:extLst>
                <a:ext uri="{FF2B5EF4-FFF2-40B4-BE49-F238E27FC236}">
                  <a16:creationId xmlns:a16="http://schemas.microsoft.com/office/drawing/2014/main" id="{D6AAB673-8223-19B4-34F6-4CBF867EC860}"/>
                </a:ext>
              </a:extLst>
            </p:cNvPr>
            <p:cNvSpPr/>
            <p:nvPr/>
          </p:nvSpPr>
          <p:spPr>
            <a:xfrm rot="16200000">
              <a:off x="10293298" y="2966060"/>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grpSp>
      <p:grpSp>
        <p:nvGrpSpPr>
          <p:cNvPr id="342" name="Grupp 341">
            <a:extLst>
              <a:ext uri="{FF2B5EF4-FFF2-40B4-BE49-F238E27FC236}">
                <a16:creationId xmlns:a16="http://schemas.microsoft.com/office/drawing/2014/main" id="{86FF1596-6551-7306-519C-592FA41364B1}"/>
              </a:ext>
            </a:extLst>
          </p:cNvPr>
          <p:cNvGrpSpPr/>
          <p:nvPr/>
        </p:nvGrpSpPr>
        <p:grpSpPr>
          <a:xfrm>
            <a:off x="1548272" y="2410388"/>
            <a:ext cx="2191430" cy="2037224"/>
            <a:chOff x="1414181" y="2163301"/>
            <a:chExt cx="2342796" cy="2177939"/>
          </a:xfrm>
        </p:grpSpPr>
        <p:cxnSp>
          <p:nvCxnSpPr>
            <p:cNvPr id="21" name="Rak pilkoppling 20">
              <a:extLst>
                <a:ext uri="{FF2B5EF4-FFF2-40B4-BE49-F238E27FC236}">
                  <a16:creationId xmlns:a16="http://schemas.microsoft.com/office/drawing/2014/main" id="{E76B9E06-18A7-3CC3-22D8-1D650CD0FCB4}"/>
                </a:ext>
              </a:extLst>
            </p:cNvPr>
            <p:cNvCxnSpPr>
              <a:cxnSpLocks/>
              <a:stCxn id="4" idx="6"/>
            </p:cNvCxnSpPr>
            <p:nvPr/>
          </p:nvCxnSpPr>
          <p:spPr>
            <a:xfrm rot="16200000" flipV="1">
              <a:off x="1509599" y="3539235"/>
              <a:ext cx="515396" cy="3238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Rak pilkoppling 22">
              <a:extLst>
                <a:ext uri="{FF2B5EF4-FFF2-40B4-BE49-F238E27FC236}">
                  <a16:creationId xmlns:a16="http://schemas.microsoft.com/office/drawing/2014/main" id="{31777E80-5ED1-5036-B55D-F15EA42F6B2A}"/>
                </a:ext>
              </a:extLst>
            </p:cNvPr>
            <p:cNvCxnSpPr>
              <a:cxnSpLocks/>
              <a:stCxn id="4" idx="6"/>
            </p:cNvCxnSpPr>
            <p:nvPr/>
          </p:nvCxnSpPr>
          <p:spPr>
            <a:xfrm rot="16200000">
              <a:off x="1833448" y="3539235"/>
              <a:ext cx="515396" cy="3238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Rak pilkoppling 24">
              <a:extLst>
                <a:ext uri="{FF2B5EF4-FFF2-40B4-BE49-F238E27FC236}">
                  <a16:creationId xmlns:a16="http://schemas.microsoft.com/office/drawing/2014/main" id="{6AB52097-3B40-6294-040F-A8DB8D931EF5}"/>
                </a:ext>
              </a:extLst>
            </p:cNvPr>
            <p:cNvCxnSpPr>
              <a:cxnSpLocks/>
              <a:stCxn id="4" idx="6"/>
            </p:cNvCxnSpPr>
            <p:nvPr/>
          </p:nvCxnSpPr>
          <p:spPr>
            <a:xfrm rot="16200000">
              <a:off x="2164918" y="3207765"/>
              <a:ext cx="515396" cy="9867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Rak pilkoppling 26">
              <a:extLst>
                <a:ext uri="{FF2B5EF4-FFF2-40B4-BE49-F238E27FC236}">
                  <a16:creationId xmlns:a16="http://schemas.microsoft.com/office/drawing/2014/main" id="{FB463221-4E99-74B5-D188-2918B5B5560A}"/>
                </a:ext>
              </a:extLst>
            </p:cNvPr>
            <p:cNvCxnSpPr>
              <a:cxnSpLocks/>
              <a:stCxn id="4" idx="6"/>
            </p:cNvCxnSpPr>
            <p:nvPr/>
          </p:nvCxnSpPr>
          <p:spPr>
            <a:xfrm rot="16200000">
              <a:off x="2488767" y="2883916"/>
              <a:ext cx="515396" cy="16344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Rak pilkoppling 28">
              <a:extLst>
                <a:ext uri="{FF2B5EF4-FFF2-40B4-BE49-F238E27FC236}">
                  <a16:creationId xmlns:a16="http://schemas.microsoft.com/office/drawing/2014/main" id="{D9C2AE23-7ACB-44FD-3E2B-7426DCA590C9}"/>
                </a:ext>
              </a:extLst>
            </p:cNvPr>
            <p:cNvCxnSpPr>
              <a:cxnSpLocks/>
              <a:stCxn id="5" idx="6"/>
            </p:cNvCxnSpPr>
            <p:nvPr/>
          </p:nvCxnSpPr>
          <p:spPr>
            <a:xfrm rot="16200000" flipV="1">
              <a:off x="1840202" y="3208632"/>
              <a:ext cx="515396" cy="9850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Rak pilkoppling 30">
              <a:extLst>
                <a:ext uri="{FF2B5EF4-FFF2-40B4-BE49-F238E27FC236}">
                  <a16:creationId xmlns:a16="http://schemas.microsoft.com/office/drawing/2014/main" id="{956CA827-AAE8-8BE5-CEBF-42E7BFDBF913}"/>
                </a:ext>
              </a:extLst>
            </p:cNvPr>
            <p:cNvCxnSpPr>
              <a:cxnSpLocks/>
              <a:stCxn id="5" idx="6"/>
            </p:cNvCxnSpPr>
            <p:nvPr/>
          </p:nvCxnSpPr>
          <p:spPr>
            <a:xfrm rot="16200000" flipV="1">
              <a:off x="2164051" y="3532481"/>
              <a:ext cx="515396" cy="3373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Rak pilkoppling 32">
              <a:extLst>
                <a:ext uri="{FF2B5EF4-FFF2-40B4-BE49-F238E27FC236}">
                  <a16:creationId xmlns:a16="http://schemas.microsoft.com/office/drawing/2014/main" id="{5B664AA9-A1B8-E214-F926-C3625EA31E68}"/>
                </a:ext>
              </a:extLst>
            </p:cNvPr>
            <p:cNvCxnSpPr>
              <a:cxnSpLocks/>
              <a:stCxn id="5" idx="6"/>
            </p:cNvCxnSpPr>
            <p:nvPr/>
          </p:nvCxnSpPr>
          <p:spPr>
            <a:xfrm rot="16200000">
              <a:off x="2495521" y="3538368"/>
              <a:ext cx="515396" cy="3255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Rak pilkoppling 34">
              <a:extLst>
                <a:ext uri="{FF2B5EF4-FFF2-40B4-BE49-F238E27FC236}">
                  <a16:creationId xmlns:a16="http://schemas.microsoft.com/office/drawing/2014/main" id="{CF19FC7A-DB97-B055-1A8E-ABB332FBF0F0}"/>
                </a:ext>
              </a:extLst>
            </p:cNvPr>
            <p:cNvCxnSpPr>
              <a:cxnSpLocks/>
              <a:stCxn id="5" idx="6"/>
            </p:cNvCxnSpPr>
            <p:nvPr/>
          </p:nvCxnSpPr>
          <p:spPr>
            <a:xfrm rot="16200000">
              <a:off x="2819370" y="3214519"/>
              <a:ext cx="515396" cy="9732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Rak pilkoppling 36">
              <a:extLst>
                <a:ext uri="{FF2B5EF4-FFF2-40B4-BE49-F238E27FC236}">
                  <a16:creationId xmlns:a16="http://schemas.microsoft.com/office/drawing/2014/main" id="{DB01276C-A6F3-F172-F19F-773891B46960}"/>
                </a:ext>
              </a:extLst>
            </p:cNvPr>
            <p:cNvCxnSpPr>
              <a:cxnSpLocks/>
              <a:stCxn id="6" idx="6"/>
            </p:cNvCxnSpPr>
            <p:nvPr/>
          </p:nvCxnSpPr>
          <p:spPr>
            <a:xfrm rot="16200000" flipV="1">
              <a:off x="2164918" y="2883916"/>
              <a:ext cx="515396" cy="16344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Rak pilkoppling 38">
              <a:extLst>
                <a:ext uri="{FF2B5EF4-FFF2-40B4-BE49-F238E27FC236}">
                  <a16:creationId xmlns:a16="http://schemas.microsoft.com/office/drawing/2014/main" id="{46B72774-DC20-8160-217A-720A015E386C}"/>
                </a:ext>
              </a:extLst>
            </p:cNvPr>
            <p:cNvCxnSpPr>
              <a:cxnSpLocks/>
              <a:stCxn id="6" idx="6"/>
            </p:cNvCxnSpPr>
            <p:nvPr/>
          </p:nvCxnSpPr>
          <p:spPr>
            <a:xfrm rot="16200000" flipV="1">
              <a:off x="2488767" y="3207765"/>
              <a:ext cx="515396" cy="9867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Rak pilkoppling 40">
              <a:extLst>
                <a:ext uri="{FF2B5EF4-FFF2-40B4-BE49-F238E27FC236}">
                  <a16:creationId xmlns:a16="http://schemas.microsoft.com/office/drawing/2014/main" id="{208B992B-7C10-64B9-4484-6F8758715760}"/>
                </a:ext>
              </a:extLst>
            </p:cNvPr>
            <p:cNvCxnSpPr>
              <a:cxnSpLocks/>
              <a:stCxn id="6" idx="6"/>
            </p:cNvCxnSpPr>
            <p:nvPr/>
          </p:nvCxnSpPr>
          <p:spPr>
            <a:xfrm rot="16200000" flipV="1">
              <a:off x="2820237" y="3539235"/>
              <a:ext cx="515396" cy="3238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 name="Rak pilkoppling 42">
              <a:extLst>
                <a:ext uri="{FF2B5EF4-FFF2-40B4-BE49-F238E27FC236}">
                  <a16:creationId xmlns:a16="http://schemas.microsoft.com/office/drawing/2014/main" id="{ADACFC4C-1861-FFC1-BED2-76B72656D28A}"/>
                </a:ext>
              </a:extLst>
            </p:cNvPr>
            <p:cNvCxnSpPr>
              <a:cxnSpLocks/>
              <a:stCxn id="6" idx="6"/>
            </p:cNvCxnSpPr>
            <p:nvPr/>
          </p:nvCxnSpPr>
          <p:spPr>
            <a:xfrm rot="16200000">
              <a:off x="3144086" y="3539235"/>
              <a:ext cx="515396" cy="3238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8" name="Rak pilkoppling 77">
              <a:extLst>
                <a:ext uri="{FF2B5EF4-FFF2-40B4-BE49-F238E27FC236}">
                  <a16:creationId xmlns:a16="http://schemas.microsoft.com/office/drawing/2014/main" id="{591639C9-3192-F1C2-F6F2-E02F8CD40930}"/>
                </a:ext>
              </a:extLst>
            </p:cNvPr>
            <p:cNvCxnSpPr>
              <a:cxnSpLocks/>
              <a:stCxn id="11" idx="6"/>
              <a:endCxn id="15" idx="2"/>
            </p:cNvCxnSpPr>
            <p:nvPr/>
          </p:nvCxnSpPr>
          <p:spPr>
            <a:xfrm rot="16200000">
              <a:off x="1836045" y="2315010"/>
              <a:ext cx="515396" cy="9767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0" name="Rak pilkoppling 79">
              <a:extLst>
                <a:ext uri="{FF2B5EF4-FFF2-40B4-BE49-F238E27FC236}">
                  <a16:creationId xmlns:a16="http://schemas.microsoft.com/office/drawing/2014/main" id="{37C9EA7D-986A-9DEF-0A29-1FF6F55A9154}"/>
                </a:ext>
              </a:extLst>
            </p:cNvPr>
            <p:cNvCxnSpPr>
              <a:cxnSpLocks/>
              <a:stCxn id="12" idx="6"/>
              <a:endCxn id="15" idx="2"/>
            </p:cNvCxnSpPr>
            <p:nvPr/>
          </p:nvCxnSpPr>
          <p:spPr>
            <a:xfrm rot="16200000">
              <a:off x="2157468" y="2636433"/>
              <a:ext cx="515396" cy="3338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2" name="Rak pilkoppling 81">
              <a:extLst>
                <a:ext uri="{FF2B5EF4-FFF2-40B4-BE49-F238E27FC236}">
                  <a16:creationId xmlns:a16="http://schemas.microsoft.com/office/drawing/2014/main" id="{9E63B457-C707-6F74-CDBD-E066405BB52A}"/>
                </a:ext>
              </a:extLst>
            </p:cNvPr>
            <p:cNvCxnSpPr>
              <a:cxnSpLocks/>
              <a:stCxn id="13" idx="6"/>
              <a:endCxn id="15" idx="2"/>
            </p:cNvCxnSpPr>
            <p:nvPr/>
          </p:nvCxnSpPr>
          <p:spPr>
            <a:xfrm rot="16200000" flipV="1">
              <a:off x="2491971" y="2635825"/>
              <a:ext cx="515396" cy="3351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4" name="Rak pilkoppling 83">
              <a:extLst>
                <a:ext uri="{FF2B5EF4-FFF2-40B4-BE49-F238E27FC236}">
                  <a16:creationId xmlns:a16="http://schemas.microsoft.com/office/drawing/2014/main" id="{D27131D0-9D66-5B42-EE57-904835B1FBA3}"/>
                </a:ext>
              </a:extLst>
            </p:cNvPr>
            <p:cNvCxnSpPr>
              <a:cxnSpLocks/>
              <a:stCxn id="14" idx="6"/>
              <a:endCxn id="15" idx="2"/>
            </p:cNvCxnSpPr>
            <p:nvPr/>
          </p:nvCxnSpPr>
          <p:spPr>
            <a:xfrm rot="16200000" flipV="1">
              <a:off x="2816252" y="2311545"/>
              <a:ext cx="515396" cy="9836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Ellips 3">
              <a:extLst>
                <a:ext uri="{FF2B5EF4-FFF2-40B4-BE49-F238E27FC236}">
                  <a16:creationId xmlns:a16="http://schemas.microsoft.com/office/drawing/2014/main" id="{E7DA9928-3DBD-0754-89F7-2DB36642DFAB}"/>
                </a:ext>
              </a:extLst>
            </p:cNvPr>
            <p:cNvSpPr/>
            <p:nvPr/>
          </p:nvSpPr>
          <p:spPr>
            <a:xfrm rot="16200000">
              <a:off x="1738030" y="3958858"/>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5" name="Ellips 4">
              <a:extLst>
                <a:ext uri="{FF2B5EF4-FFF2-40B4-BE49-F238E27FC236}">
                  <a16:creationId xmlns:a16="http://schemas.microsoft.com/office/drawing/2014/main" id="{4B3C927A-4E29-0EF7-6BBB-995C435692DA}"/>
                </a:ext>
              </a:extLst>
            </p:cNvPr>
            <p:cNvSpPr/>
            <p:nvPr/>
          </p:nvSpPr>
          <p:spPr>
            <a:xfrm rot="16200000">
              <a:off x="2399236" y="3958858"/>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6" name="Ellips 5">
              <a:extLst>
                <a:ext uri="{FF2B5EF4-FFF2-40B4-BE49-F238E27FC236}">
                  <a16:creationId xmlns:a16="http://schemas.microsoft.com/office/drawing/2014/main" id="{EB5C4742-FA67-7583-0039-664FA10F47AB}"/>
                </a:ext>
              </a:extLst>
            </p:cNvPr>
            <p:cNvSpPr/>
            <p:nvPr/>
          </p:nvSpPr>
          <p:spPr>
            <a:xfrm rot="16200000">
              <a:off x="3048668" y="3958858"/>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1" name="Ellips 10">
              <a:extLst>
                <a:ext uri="{FF2B5EF4-FFF2-40B4-BE49-F238E27FC236}">
                  <a16:creationId xmlns:a16="http://schemas.microsoft.com/office/drawing/2014/main" id="{D188F652-149D-F241-2DCF-AB8009E18C53}"/>
                </a:ext>
              </a:extLst>
            </p:cNvPr>
            <p:cNvSpPr/>
            <p:nvPr/>
          </p:nvSpPr>
          <p:spPr>
            <a:xfrm rot="16200000">
              <a:off x="1414181" y="3061079"/>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2" name="Ellips 11">
              <a:extLst>
                <a:ext uri="{FF2B5EF4-FFF2-40B4-BE49-F238E27FC236}">
                  <a16:creationId xmlns:a16="http://schemas.microsoft.com/office/drawing/2014/main" id="{E8F7C117-B681-869C-85A8-130411DAFFFB}"/>
                </a:ext>
              </a:extLst>
            </p:cNvPr>
            <p:cNvSpPr/>
            <p:nvPr/>
          </p:nvSpPr>
          <p:spPr>
            <a:xfrm rot="16200000">
              <a:off x="2057028" y="3061079"/>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3" name="Ellips 12">
              <a:extLst>
                <a:ext uri="{FF2B5EF4-FFF2-40B4-BE49-F238E27FC236}">
                  <a16:creationId xmlns:a16="http://schemas.microsoft.com/office/drawing/2014/main" id="{42165FBE-4753-3384-32DC-83E63D73FE3B}"/>
                </a:ext>
              </a:extLst>
            </p:cNvPr>
            <p:cNvSpPr/>
            <p:nvPr/>
          </p:nvSpPr>
          <p:spPr>
            <a:xfrm rot="16200000">
              <a:off x="2726034" y="3061079"/>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4" name="Ellips 13">
              <a:extLst>
                <a:ext uri="{FF2B5EF4-FFF2-40B4-BE49-F238E27FC236}">
                  <a16:creationId xmlns:a16="http://schemas.microsoft.com/office/drawing/2014/main" id="{C1EA3D4B-FA63-899E-52CD-26380E405F24}"/>
                </a:ext>
              </a:extLst>
            </p:cNvPr>
            <p:cNvSpPr/>
            <p:nvPr/>
          </p:nvSpPr>
          <p:spPr>
            <a:xfrm rot="16200000">
              <a:off x="3374595" y="3061079"/>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5" name="Ellips 14">
              <a:extLst>
                <a:ext uri="{FF2B5EF4-FFF2-40B4-BE49-F238E27FC236}">
                  <a16:creationId xmlns:a16="http://schemas.microsoft.com/office/drawing/2014/main" id="{FA24C517-BF03-352F-0FDA-CAA594C26B2E}"/>
                </a:ext>
              </a:extLst>
            </p:cNvPr>
            <p:cNvSpPr/>
            <p:nvPr/>
          </p:nvSpPr>
          <p:spPr>
            <a:xfrm rot="16200000">
              <a:off x="2390923" y="2163301"/>
              <a:ext cx="382382" cy="382382"/>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grpSp>
      <p:sp>
        <p:nvSpPr>
          <p:cNvPr id="343" name="textruta 342">
            <a:extLst>
              <a:ext uri="{FF2B5EF4-FFF2-40B4-BE49-F238E27FC236}">
                <a16:creationId xmlns:a16="http://schemas.microsoft.com/office/drawing/2014/main" id="{C3B7EDA5-D8AD-AB4C-7472-BC99A825B0CF}"/>
              </a:ext>
            </a:extLst>
          </p:cNvPr>
          <p:cNvSpPr txBox="1"/>
          <p:nvPr/>
        </p:nvSpPr>
        <p:spPr>
          <a:xfrm>
            <a:off x="8291992" y="5364568"/>
            <a:ext cx="2484205" cy="954107"/>
          </a:xfrm>
          <a:prstGeom prst="rect">
            <a:avLst/>
          </a:prstGeom>
          <a:noFill/>
        </p:spPr>
        <p:txBody>
          <a:bodyPr wrap="none" rtlCol="0">
            <a:spAutoFit/>
          </a:bodyPr>
          <a:lstStyle/>
          <a:p>
            <a:pPr algn="ctr"/>
            <a:r>
              <a:rPr lang="sv-SE" sz="2800" dirty="0">
                <a:solidFill>
                  <a:schemeClr val="bg1"/>
                </a:solidFill>
              </a:rPr>
              <a:t>Flera nivåer av </a:t>
            </a:r>
          </a:p>
          <a:p>
            <a:pPr algn="ctr"/>
            <a:r>
              <a:rPr lang="sv-SE" sz="2800" dirty="0">
                <a:solidFill>
                  <a:schemeClr val="bg1"/>
                </a:solidFill>
              </a:rPr>
              <a:t>transformation</a:t>
            </a:r>
            <a:endParaRPr lang="sv-SE" sz="2800" noProof="0" dirty="0">
              <a:solidFill>
                <a:schemeClr val="bg1"/>
              </a:solidFill>
            </a:endParaRPr>
          </a:p>
        </p:txBody>
      </p:sp>
    </p:spTree>
    <p:extLst>
      <p:ext uri="{BB962C8B-B14F-4D97-AF65-F5344CB8AC3E}">
        <p14:creationId xmlns:p14="http://schemas.microsoft.com/office/powerpoint/2010/main" val="3782555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125AD-EEE2-4A0F-7CF8-994A9610DA50}"/>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FBDB8A39-7074-42A6-3649-5A036826A36E}"/>
              </a:ext>
            </a:extLst>
          </p:cNvPr>
          <p:cNvSpPr txBox="1"/>
          <p:nvPr/>
        </p:nvSpPr>
        <p:spPr>
          <a:xfrm>
            <a:off x="3957443" y="122735"/>
            <a:ext cx="4277197" cy="830997"/>
          </a:xfrm>
          <a:prstGeom prst="rect">
            <a:avLst/>
          </a:prstGeom>
          <a:noFill/>
        </p:spPr>
        <p:txBody>
          <a:bodyPr wrap="none" rtlCol="0">
            <a:spAutoFit/>
          </a:bodyPr>
          <a:lstStyle/>
          <a:p>
            <a:pPr algn="ctr"/>
            <a:r>
              <a:rPr lang="sv-SE" sz="4800" noProof="0" dirty="0">
                <a:solidFill>
                  <a:schemeClr val="bg1"/>
                </a:solidFill>
              </a:rPr>
              <a:t>Framåtpassage</a:t>
            </a:r>
          </a:p>
        </p:txBody>
      </p:sp>
      <p:sp>
        <p:nvSpPr>
          <p:cNvPr id="4" name="Ellips 3">
            <a:extLst>
              <a:ext uri="{FF2B5EF4-FFF2-40B4-BE49-F238E27FC236}">
                <a16:creationId xmlns:a16="http://schemas.microsoft.com/office/drawing/2014/main" id="{D926D017-5BE8-B47A-58D4-B3D7449CB924}"/>
              </a:ext>
            </a:extLst>
          </p:cNvPr>
          <p:cNvSpPr/>
          <p:nvPr/>
        </p:nvSpPr>
        <p:spPr>
          <a:xfrm>
            <a:off x="2143299" y="2553393"/>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5" name="Ellips 4">
            <a:extLst>
              <a:ext uri="{FF2B5EF4-FFF2-40B4-BE49-F238E27FC236}">
                <a16:creationId xmlns:a16="http://schemas.microsoft.com/office/drawing/2014/main" id="{C5DBBE9F-F40C-8A1D-87BF-DDA1ADFB0EE2}"/>
              </a:ext>
            </a:extLst>
          </p:cNvPr>
          <p:cNvSpPr/>
          <p:nvPr/>
        </p:nvSpPr>
        <p:spPr>
          <a:xfrm>
            <a:off x="2143299" y="3470564"/>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6" name="Ellips 5">
            <a:extLst>
              <a:ext uri="{FF2B5EF4-FFF2-40B4-BE49-F238E27FC236}">
                <a16:creationId xmlns:a16="http://schemas.microsoft.com/office/drawing/2014/main" id="{8FF1F271-E240-4ED6-4B67-B4A38F422AFE}"/>
              </a:ext>
            </a:extLst>
          </p:cNvPr>
          <p:cNvSpPr/>
          <p:nvPr/>
        </p:nvSpPr>
        <p:spPr>
          <a:xfrm>
            <a:off x="2143299" y="4387735"/>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7" name="Ellips 6">
            <a:extLst>
              <a:ext uri="{FF2B5EF4-FFF2-40B4-BE49-F238E27FC236}">
                <a16:creationId xmlns:a16="http://schemas.microsoft.com/office/drawing/2014/main" id="{3C5A5B4C-AD19-EBD4-A612-22F8964446EA}"/>
              </a:ext>
            </a:extLst>
          </p:cNvPr>
          <p:cNvSpPr/>
          <p:nvPr/>
        </p:nvSpPr>
        <p:spPr>
          <a:xfrm>
            <a:off x="4565073" y="2107277"/>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8" name="Ellips 7">
            <a:extLst>
              <a:ext uri="{FF2B5EF4-FFF2-40B4-BE49-F238E27FC236}">
                <a16:creationId xmlns:a16="http://schemas.microsoft.com/office/drawing/2014/main" id="{8992A40A-3BCA-2A69-D8E3-65BA52BD7643}"/>
              </a:ext>
            </a:extLst>
          </p:cNvPr>
          <p:cNvSpPr/>
          <p:nvPr/>
        </p:nvSpPr>
        <p:spPr>
          <a:xfrm>
            <a:off x="4565073" y="3024448"/>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9" name="Ellips 8">
            <a:extLst>
              <a:ext uri="{FF2B5EF4-FFF2-40B4-BE49-F238E27FC236}">
                <a16:creationId xmlns:a16="http://schemas.microsoft.com/office/drawing/2014/main" id="{FCD31A5D-4883-BDFE-D3CF-FF863E0D453C}"/>
              </a:ext>
            </a:extLst>
          </p:cNvPr>
          <p:cNvSpPr/>
          <p:nvPr/>
        </p:nvSpPr>
        <p:spPr>
          <a:xfrm>
            <a:off x="4565073" y="3941619"/>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0" name="Ellips 9">
            <a:extLst>
              <a:ext uri="{FF2B5EF4-FFF2-40B4-BE49-F238E27FC236}">
                <a16:creationId xmlns:a16="http://schemas.microsoft.com/office/drawing/2014/main" id="{221B6165-A34A-BEF2-EA10-E1DA5C189E3F}"/>
              </a:ext>
            </a:extLst>
          </p:cNvPr>
          <p:cNvSpPr/>
          <p:nvPr/>
        </p:nvSpPr>
        <p:spPr>
          <a:xfrm>
            <a:off x="4565073" y="4858790"/>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1" name="Ellips 10">
            <a:extLst>
              <a:ext uri="{FF2B5EF4-FFF2-40B4-BE49-F238E27FC236}">
                <a16:creationId xmlns:a16="http://schemas.microsoft.com/office/drawing/2014/main" id="{2DAC6954-5194-B94F-4DEB-A6A74B5F4023}"/>
              </a:ext>
            </a:extLst>
          </p:cNvPr>
          <p:cNvSpPr/>
          <p:nvPr/>
        </p:nvSpPr>
        <p:spPr>
          <a:xfrm>
            <a:off x="6986847" y="2107277"/>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2" name="Ellips 11">
            <a:extLst>
              <a:ext uri="{FF2B5EF4-FFF2-40B4-BE49-F238E27FC236}">
                <a16:creationId xmlns:a16="http://schemas.microsoft.com/office/drawing/2014/main" id="{9474D65B-7A95-2AE3-28AA-EE9F215CBBCA}"/>
              </a:ext>
            </a:extLst>
          </p:cNvPr>
          <p:cNvSpPr/>
          <p:nvPr/>
        </p:nvSpPr>
        <p:spPr>
          <a:xfrm>
            <a:off x="6986847" y="3024448"/>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3" name="Ellips 12">
            <a:extLst>
              <a:ext uri="{FF2B5EF4-FFF2-40B4-BE49-F238E27FC236}">
                <a16:creationId xmlns:a16="http://schemas.microsoft.com/office/drawing/2014/main" id="{5C2A83D5-F6B5-5206-75E0-A333FA701F85}"/>
              </a:ext>
            </a:extLst>
          </p:cNvPr>
          <p:cNvSpPr/>
          <p:nvPr/>
        </p:nvSpPr>
        <p:spPr>
          <a:xfrm>
            <a:off x="6986847" y="3941619"/>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4" name="Ellips 13">
            <a:extLst>
              <a:ext uri="{FF2B5EF4-FFF2-40B4-BE49-F238E27FC236}">
                <a16:creationId xmlns:a16="http://schemas.microsoft.com/office/drawing/2014/main" id="{9112466B-CA74-B686-6854-683B3696FF02}"/>
              </a:ext>
            </a:extLst>
          </p:cNvPr>
          <p:cNvSpPr/>
          <p:nvPr/>
        </p:nvSpPr>
        <p:spPr>
          <a:xfrm>
            <a:off x="6986847" y="4858790"/>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5" name="Ellips 14">
            <a:extLst>
              <a:ext uri="{FF2B5EF4-FFF2-40B4-BE49-F238E27FC236}">
                <a16:creationId xmlns:a16="http://schemas.microsoft.com/office/drawing/2014/main" id="{441DA069-015A-F509-BBB7-518DD200BAB9}"/>
              </a:ext>
            </a:extLst>
          </p:cNvPr>
          <p:cNvSpPr/>
          <p:nvPr/>
        </p:nvSpPr>
        <p:spPr>
          <a:xfrm>
            <a:off x="9408621" y="3470564"/>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cxnSp>
        <p:nvCxnSpPr>
          <p:cNvPr id="21" name="Rak pilkoppling 20">
            <a:extLst>
              <a:ext uri="{FF2B5EF4-FFF2-40B4-BE49-F238E27FC236}">
                <a16:creationId xmlns:a16="http://schemas.microsoft.com/office/drawing/2014/main" id="{DBEB6181-0F37-02CE-73D7-55DE5B309CEB}"/>
              </a:ext>
            </a:extLst>
          </p:cNvPr>
          <p:cNvCxnSpPr>
            <a:stCxn id="4" idx="6"/>
            <a:endCxn id="7" idx="2"/>
          </p:cNvCxnSpPr>
          <p:nvPr/>
        </p:nvCxnSpPr>
        <p:spPr>
          <a:xfrm flipV="1">
            <a:off x="2783379" y="2427317"/>
            <a:ext cx="1781694" cy="4461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Rak pilkoppling 22">
            <a:extLst>
              <a:ext uri="{FF2B5EF4-FFF2-40B4-BE49-F238E27FC236}">
                <a16:creationId xmlns:a16="http://schemas.microsoft.com/office/drawing/2014/main" id="{93B93DE2-AD99-5C12-7B32-06FF74A93787}"/>
              </a:ext>
            </a:extLst>
          </p:cNvPr>
          <p:cNvCxnSpPr>
            <a:stCxn id="4" idx="6"/>
            <a:endCxn id="8" idx="2"/>
          </p:cNvCxnSpPr>
          <p:nvPr/>
        </p:nvCxnSpPr>
        <p:spPr>
          <a:xfrm>
            <a:off x="2783379" y="2873433"/>
            <a:ext cx="1781694" cy="4710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Rak pilkoppling 24">
            <a:extLst>
              <a:ext uri="{FF2B5EF4-FFF2-40B4-BE49-F238E27FC236}">
                <a16:creationId xmlns:a16="http://schemas.microsoft.com/office/drawing/2014/main" id="{9DC54369-779D-72B9-E7FB-7715911DB378}"/>
              </a:ext>
            </a:extLst>
          </p:cNvPr>
          <p:cNvCxnSpPr>
            <a:stCxn id="4" idx="6"/>
            <a:endCxn id="9" idx="2"/>
          </p:cNvCxnSpPr>
          <p:nvPr/>
        </p:nvCxnSpPr>
        <p:spPr>
          <a:xfrm>
            <a:off x="2783379" y="2873433"/>
            <a:ext cx="1781694" cy="13882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Rak pilkoppling 26">
            <a:extLst>
              <a:ext uri="{FF2B5EF4-FFF2-40B4-BE49-F238E27FC236}">
                <a16:creationId xmlns:a16="http://schemas.microsoft.com/office/drawing/2014/main" id="{4ACC2344-C405-46BD-CD0A-3AC3AE06FD60}"/>
              </a:ext>
            </a:extLst>
          </p:cNvPr>
          <p:cNvCxnSpPr>
            <a:stCxn id="4" idx="6"/>
            <a:endCxn id="10" idx="2"/>
          </p:cNvCxnSpPr>
          <p:nvPr/>
        </p:nvCxnSpPr>
        <p:spPr>
          <a:xfrm>
            <a:off x="2783379" y="2873433"/>
            <a:ext cx="1781694" cy="23053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Rak pilkoppling 28">
            <a:extLst>
              <a:ext uri="{FF2B5EF4-FFF2-40B4-BE49-F238E27FC236}">
                <a16:creationId xmlns:a16="http://schemas.microsoft.com/office/drawing/2014/main" id="{A49E32B2-2324-F8D4-471E-252BEF1898B9}"/>
              </a:ext>
            </a:extLst>
          </p:cNvPr>
          <p:cNvCxnSpPr>
            <a:stCxn id="5" idx="6"/>
            <a:endCxn id="7" idx="2"/>
          </p:cNvCxnSpPr>
          <p:nvPr/>
        </p:nvCxnSpPr>
        <p:spPr>
          <a:xfrm flipV="1">
            <a:off x="2783379" y="2427317"/>
            <a:ext cx="1781694" cy="13632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Rak pilkoppling 30">
            <a:extLst>
              <a:ext uri="{FF2B5EF4-FFF2-40B4-BE49-F238E27FC236}">
                <a16:creationId xmlns:a16="http://schemas.microsoft.com/office/drawing/2014/main" id="{4FF3C207-A5DC-CC31-1899-3B12D0C8D87E}"/>
              </a:ext>
            </a:extLst>
          </p:cNvPr>
          <p:cNvCxnSpPr>
            <a:stCxn id="5" idx="6"/>
            <a:endCxn id="8" idx="2"/>
          </p:cNvCxnSpPr>
          <p:nvPr/>
        </p:nvCxnSpPr>
        <p:spPr>
          <a:xfrm flipV="1">
            <a:off x="2783379" y="3344488"/>
            <a:ext cx="1781694" cy="4461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Rak pilkoppling 32">
            <a:extLst>
              <a:ext uri="{FF2B5EF4-FFF2-40B4-BE49-F238E27FC236}">
                <a16:creationId xmlns:a16="http://schemas.microsoft.com/office/drawing/2014/main" id="{E73C3446-5A26-BCFB-2C9A-F78A8D0956F2}"/>
              </a:ext>
            </a:extLst>
          </p:cNvPr>
          <p:cNvCxnSpPr>
            <a:stCxn id="5" idx="6"/>
            <a:endCxn id="9" idx="2"/>
          </p:cNvCxnSpPr>
          <p:nvPr/>
        </p:nvCxnSpPr>
        <p:spPr>
          <a:xfrm>
            <a:off x="2783379" y="3790604"/>
            <a:ext cx="1781694" cy="4710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Rak pilkoppling 34">
            <a:extLst>
              <a:ext uri="{FF2B5EF4-FFF2-40B4-BE49-F238E27FC236}">
                <a16:creationId xmlns:a16="http://schemas.microsoft.com/office/drawing/2014/main" id="{6AB7C13D-89CE-DBB9-117B-D4299F483605}"/>
              </a:ext>
            </a:extLst>
          </p:cNvPr>
          <p:cNvCxnSpPr>
            <a:stCxn id="5" idx="6"/>
            <a:endCxn id="10" idx="2"/>
          </p:cNvCxnSpPr>
          <p:nvPr/>
        </p:nvCxnSpPr>
        <p:spPr>
          <a:xfrm>
            <a:off x="2783379" y="3790604"/>
            <a:ext cx="1781694" cy="13882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Rak pilkoppling 36">
            <a:extLst>
              <a:ext uri="{FF2B5EF4-FFF2-40B4-BE49-F238E27FC236}">
                <a16:creationId xmlns:a16="http://schemas.microsoft.com/office/drawing/2014/main" id="{341C680E-68CC-69F4-DA87-A7AB6D42757D}"/>
              </a:ext>
            </a:extLst>
          </p:cNvPr>
          <p:cNvCxnSpPr>
            <a:stCxn id="6" idx="6"/>
            <a:endCxn id="7" idx="2"/>
          </p:cNvCxnSpPr>
          <p:nvPr/>
        </p:nvCxnSpPr>
        <p:spPr>
          <a:xfrm flipV="1">
            <a:off x="2783379" y="2427317"/>
            <a:ext cx="1781694" cy="22804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Rak pilkoppling 38">
            <a:extLst>
              <a:ext uri="{FF2B5EF4-FFF2-40B4-BE49-F238E27FC236}">
                <a16:creationId xmlns:a16="http://schemas.microsoft.com/office/drawing/2014/main" id="{69ED019C-3FFD-2E19-F854-C232BC73F419}"/>
              </a:ext>
            </a:extLst>
          </p:cNvPr>
          <p:cNvCxnSpPr>
            <a:stCxn id="6" idx="6"/>
            <a:endCxn id="8" idx="2"/>
          </p:cNvCxnSpPr>
          <p:nvPr/>
        </p:nvCxnSpPr>
        <p:spPr>
          <a:xfrm flipV="1">
            <a:off x="2783379" y="3344488"/>
            <a:ext cx="1781694" cy="13632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Rak pilkoppling 40">
            <a:extLst>
              <a:ext uri="{FF2B5EF4-FFF2-40B4-BE49-F238E27FC236}">
                <a16:creationId xmlns:a16="http://schemas.microsoft.com/office/drawing/2014/main" id="{97F561C0-A9C8-421D-7B63-A26B7E33E415}"/>
              </a:ext>
            </a:extLst>
          </p:cNvPr>
          <p:cNvCxnSpPr>
            <a:stCxn id="6" idx="6"/>
            <a:endCxn id="9" idx="2"/>
          </p:cNvCxnSpPr>
          <p:nvPr/>
        </p:nvCxnSpPr>
        <p:spPr>
          <a:xfrm flipV="1">
            <a:off x="2783379" y="4261659"/>
            <a:ext cx="1781694" cy="4461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 name="Rak pilkoppling 42">
            <a:extLst>
              <a:ext uri="{FF2B5EF4-FFF2-40B4-BE49-F238E27FC236}">
                <a16:creationId xmlns:a16="http://schemas.microsoft.com/office/drawing/2014/main" id="{1F93B085-72D3-AD27-7A69-F8B8E9D29DB5}"/>
              </a:ext>
            </a:extLst>
          </p:cNvPr>
          <p:cNvCxnSpPr>
            <a:stCxn id="6" idx="6"/>
            <a:endCxn id="10" idx="2"/>
          </p:cNvCxnSpPr>
          <p:nvPr/>
        </p:nvCxnSpPr>
        <p:spPr>
          <a:xfrm>
            <a:off x="2783379" y="4707775"/>
            <a:ext cx="1781694" cy="4710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Rak pilkoppling 44">
            <a:extLst>
              <a:ext uri="{FF2B5EF4-FFF2-40B4-BE49-F238E27FC236}">
                <a16:creationId xmlns:a16="http://schemas.microsoft.com/office/drawing/2014/main" id="{5A84ECAE-DD46-3CD6-6AB9-884C6708F41C}"/>
              </a:ext>
            </a:extLst>
          </p:cNvPr>
          <p:cNvCxnSpPr>
            <a:stCxn id="7" idx="6"/>
            <a:endCxn id="11" idx="2"/>
          </p:cNvCxnSpPr>
          <p:nvPr/>
        </p:nvCxnSpPr>
        <p:spPr>
          <a:xfrm>
            <a:off x="5205153" y="2427317"/>
            <a:ext cx="178169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Rak pilkoppling 46">
            <a:extLst>
              <a:ext uri="{FF2B5EF4-FFF2-40B4-BE49-F238E27FC236}">
                <a16:creationId xmlns:a16="http://schemas.microsoft.com/office/drawing/2014/main" id="{A4BDCC2A-80DB-7102-1451-642E8B1A2789}"/>
              </a:ext>
            </a:extLst>
          </p:cNvPr>
          <p:cNvCxnSpPr>
            <a:stCxn id="7" idx="6"/>
            <a:endCxn id="12" idx="2"/>
          </p:cNvCxnSpPr>
          <p:nvPr/>
        </p:nvCxnSpPr>
        <p:spPr>
          <a:xfrm>
            <a:off x="5205153" y="2427317"/>
            <a:ext cx="1781694" cy="9171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Rak pilkoppling 48">
            <a:extLst>
              <a:ext uri="{FF2B5EF4-FFF2-40B4-BE49-F238E27FC236}">
                <a16:creationId xmlns:a16="http://schemas.microsoft.com/office/drawing/2014/main" id="{8FEBB5E0-99D1-A60D-21CA-6CFD7428800B}"/>
              </a:ext>
            </a:extLst>
          </p:cNvPr>
          <p:cNvCxnSpPr>
            <a:stCxn id="7" idx="6"/>
            <a:endCxn id="13" idx="2"/>
          </p:cNvCxnSpPr>
          <p:nvPr/>
        </p:nvCxnSpPr>
        <p:spPr>
          <a:xfrm>
            <a:off x="5205153" y="2427317"/>
            <a:ext cx="1781694" cy="18343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1" name="Rak pilkoppling 50">
            <a:extLst>
              <a:ext uri="{FF2B5EF4-FFF2-40B4-BE49-F238E27FC236}">
                <a16:creationId xmlns:a16="http://schemas.microsoft.com/office/drawing/2014/main" id="{6CCEED8F-AF72-1FB2-83AB-C3F8095D9C9D}"/>
              </a:ext>
            </a:extLst>
          </p:cNvPr>
          <p:cNvCxnSpPr>
            <a:stCxn id="7" idx="6"/>
            <a:endCxn id="14" idx="2"/>
          </p:cNvCxnSpPr>
          <p:nvPr/>
        </p:nvCxnSpPr>
        <p:spPr>
          <a:xfrm>
            <a:off x="5205153" y="2427317"/>
            <a:ext cx="1781694" cy="27515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Rak pilkoppling 52">
            <a:extLst>
              <a:ext uri="{FF2B5EF4-FFF2-40B4-BE49-F238E27FC236}">
                <a16:creationId xmlns:a16="http://schemas.microsoft.com/office/drawing/2014/main" id="{3D981483-0C8C-5584-B15C-1DD44241F37F}"/>
              </a:ext>
            </a:extLst>
          </p:cNvPr>
          <p:cNvCxnSpPr>
            <a:stCxn id="8" idx="6"/>
            <a:endCxn id="11" idx="2"/>
          </p:cNvCxnSpPr>
          <p:nvPr/>
        </p:nvCxnSpPr>
        <p:spPr>
          <a:xfrm flipV="1">
            <a:off x="5205153" y="2427317"/>
            <a:ext cx="1781694" cy="9171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Rak pilkoppling 54">
            <a:extLst>
              <a:ext uri="{FF2B5EF4-FFF2-40B4-BE49-F238E27FC236}">
                <a16:creationId xmlns:a16="http://schemas.microsoft.com/office/drawing/2014/main" id="{CEF2E062-C7D4-137B-9E5A-E5FFDD92F5E7}"/>
              </a:ext>
            </a:extLst>
          </p:cNvPr>
          <p:cNvCxnSpPr>
            <a:stCxn id="8" idx="6"/>
            <a:endCxn id="12" idx="2"/>
          </p:cNvCxnSpPr>
          <p:nvPr/>
        </p:nvCxnSpPr>
        <p:spPr>
          <a:xfrm>
            <a:off x="5205153" y="3344488"/>
            <a:ext cx="178169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7" name="Rak pilkoppling 56">
            <a:extLst>
              <a:ext uri="{FF2B5EF4-FFF2-40B4-BE49-F238E27FC236}">
                <a16:creationId xmlns:a16="http://schemas.microsoft.com/office/drawing/2014/main" id="{06C5737C-5285-73C5-430D-01EB6A596D0C}"/>
              </a:ext>
            </a:extLst>
          </p:cNvPr>
          <p:cNvCxnSpPr>
            <a:stCxn id="8" idx="6"/>
            <a:endCxn id="13" idx="2"/>
          </p:cNvCxnSpPr>
          <p:nvPr/>
        </p:nvCxnSpPr>
        <p:spPr>
          <a:xfrm>
            <a:off x="5205153" y="3344488"/>
            <a:ext cx="1781694" cy="9171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Rak pilkoppling 58">
            <a:extLst>
              <a:ext uri="{FF2B5EF4-FFF2-40B4-BE49-F238E27FC236}">
                <a16:creationId xmlns:a16="http://schemas.microsoft.com/office/drawing/2014/main" id="{884F8228-DA7B-FF67-182B-A8C03F0EE958}"/>
              </a:ext>
            </a:extLst>
          </p:cNvPr>
          <p:cNvCxnSpPr>
            <a:stCxn id="8" idx="6"/>
            <a:endCxn id="14" idx="2"/>
          </p:cNvCxnSpPr>
          <p:nvPr/>
        </p:nvCxnSpPr>
        <p:spPr>
          <a:xfrm>
            <a:off x="5205153" y="3344488"/>
            <a:ext cx="1781694" cy="18343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1" name="Rak pilkoppling 60">
            <a:extLst>
              <a:ext uri="{FF2B5EF4-FFF2-40B4-BE49-F238E27FC236}">
                <a16:creationId xmlns:a16="http://schemas.microsoft.com/office/drawing/2014/main" id="{EB958EDF-6667-A186-4995-274A4DD3FF5F}"/>
              </a:ext>
            </a:extLst>
          </p:cNvPr>
          <p:cNvCxnSpPr>
            <a:stCxn id="9" idx="6"/>
            <a:endCxn id="11" idx="2"/>
          </p:cNvCxnSpPr>
          <p:nvPr/>
        </p:nvCxnSpPr>
        <p:spPr>
          <a:xfrm flipV="1">
            <a:off x="5205153" y="2427317"/>
            <a:ext cx="1781694" cy="18343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3" name="Rak pilkoppling 62">
            <a:extLst>
              <a:ext uri="{FF2B5EF4-FFF2-40B4-BE49-F238E27FC236}">
                <a16:creationId xmlns:a16="http://schemas.microsoft.com/office/drawing/2014/main" id="{8628BC30-D115-F673-7A7C-CD41A2CFD6E6}"/>
              </a:ext>
            </a:extLst>
          </p:cNvPr>
          <p:cNvCxnSpPr>
            <a:stCxn id="9" idx="6"/>
            <a:endCxn id="12" idx="2"/>
          </p:cNvCxnSpPr>
          <p:nvPr/>
        </p:nvCxnSpPr>
        <p:spPr>
          <a:xfrm flipV="1">
            <a:off x="5205153" y="3344488"/>
            <a:ext cx="1781694" cy="9171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5" name="Rak pilkoppling 64">
            <a:extLst>
              <a:ext uri="{FF2B5EF4-FFF2-40B4-BE49-F238E27FC236}">
                <a16:creationId xmlns:a16="http://schemas.microsoft.com/office/drawing/2014/main" id="{7A6D5E5D-D2EF-8389-E590-21CF5C64BA3F}"/>
              </a:ext>
            </a:extLst>
          </p:cNvPr>
          <p:cNvCxnSpPr>
            <a:stCxn id="9" idx="6"/>
            <a:endCxn id="13" idx="2"/>
          </p:cNvCxnSpPr>
          <p:nvPr/>
        </p:nvCxnSpPr>
        <p:spPr>
          <a:xfrm>
            <a:off x="5205153" y="4261659"/>
            <a:ext cx="178169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7" name="Rak pilkoppling 66">
            <a:extLst>
              <a:ext uri="{FF2B5EF4-FFF2-40B4-BE49-F238E27FC236}">
                <a16:creationId xmlns:a16="http://schemas.microsoft.com/office/drawing/2014/main" id="{90E5E752-C1E4-62E9-EFE9-7DC22E30D620}"/>
              </a:ext>
            </a:extLst>
          </p:cNvPr>
          <p:cNvCxnSpPr>
            <a:stCxn id="9" idx="6"/>
            <a:endCxn id="14" idx="2"/>
          </p:cNvCxnSpPr>
          <p:nvPr/>
        </p:nvCxnSpPr>
        <p:spPr>
          <a:xfrm>
            <a:off x="5205153" y="4261659"/>
            <a:ext cx="1781694" cy="9171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9" name="Rak pilkoppling 68">
            <a:extLst>
              <a:ext uri="{FF2B5EF4-FFF2-40B4-BE49-F238E27FC236}">
                <a16:creationId xmlns:a16="http://schemas.microsoft.com/office/drawing/2014/main" id="{DA3EC711-CBBB-57DC-3EEC-751E36D98EAC}"/>
              </a:ext>
            </a:extLst>
          </p:cNvPr>
          <p:cNvCxnSpPr>
            <a:stCxn id="10" idx="6"/>
            <a:endCxn id="11" idx="2"/>
          </p:cNvCxnSpPr>
          <p:nvPr/>
        </p:nvCxnSpPr>
        <p:spPr>
          <a:xfrm flipV="1">
            <a:off x="5205153" y="2427317"/>
            <a:ext cx="1781694" cy="27515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1" name="Rak pilkoppling 70">
            <a:extLst>
              <a:ext uri="{FF2B5EF4-FFF2-40B4-BE49-F238E27FC236}">
                <a16:creationId xmlns:a16="http://schemas.microsoft.com/office/drawing/2014/main" id="{761A94BC-5382-7F3E-5C6F-C0DAF19D865D}"/>
              </a:ext>
            </a:extLst>
          </p:cNvPr>
          <p:cNvCxnSpPr>
            <a:stCxn id="10" idx="6"/>
            <a:endCxn id="12" idx="2"/>
          </p:cNvCxnSpPr>
          <p:nvPr/>
        </p:nvCxnSpPr>
        <p:spPr>
          <a:xfrm flipV="1">
            <a:off x="5205153" y="3344488"/>
            <a:ext cx="1781694" cy="18343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3" name="Rak pilkoppling 72">
            <a:extLst>
              <a:ext uri="{FF2B5EF4-FFF2-40B4-BE49-F238E27FC236}">
                <a16:creationId xmlns:a16="http://schemas.microsoft.com/office/drawing/2014/main" id="{35357976-6874-6A3F-E3F2-048D4322C5CB}"/>
              </a:ext>
            </a:extLst>
          </p:cNvPr>
          <p:cNvCxnSpPr>
            <a:cxnSpLocks/>
            <a:stCxn id="10" idx="6"/>
            <a:endCxn id="13" idx="2"/>
          </p:cNvCxnSpPr>
          <p:nvPr/>
        </p:nvCxnSpPr>
        <p:spPr>
          <a:xfrm flipV="1">
            <a:off x="5205153" y="4261659"/>
            <a:ext cx="1781694" cy="9171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5" name="Rak pilkoppling 74">
            <a:extLst>
              <a:ext uri="{FF2B5EF4-FFF2-40B4-BE49-F238E27FC236}">
                <a16:creationId xmlns:a16="http://schemas.microsoft.com/office/drawing/2014/main" id="{582848C7-3F37-2D9F-A7A8-0500EBFE3AA3}"/>
              </a:ext>
            </a:extLst>
          </p:cNvPr>
          <p:cNvCxnSpPr>
            <a:stCxn id="10" idx="6"/>
            <a:endCxn id="14" idx="2"/>
          </p:cNvCxnSpPr>
          <p:nvPr/>
        </p:nvCxnSpPr>
        <p:spPr>
          <a:xfrm>
            <a:off x="5205153" y="5178830"/>
            <a:ext cx="178169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8" name="Rak pilkoppling 77">
            <a:extLst>
              <a:ext uri="{FF2B5EF4-FFF2-40B4-BE49-F238E27FC236}">
                <a16:creationId xmlns:a16="http://schemas.microsoft.com/office/drawing/2014/main" id="{60D26A92-5D8F-55BC-976F-2523E21B7FD5}"/>
              </a:ext>
            </a:extLst>
          </p:cNvPr>
          <p:cNvCxnSpPr>
            <a:stCxn id="11" idx="6"/>
            <a:endCxn id="15" idx="2"/>
          </p:cNvCxnSpPr>
          <p:nvPr/>
        </p:nvCxnSpPr>
        <p:spPr>
          <a:xfrm>
            <a:off x="7626927" y="2427317"/>
            <a:ext cx="1781694" cy="13632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0" name="Rak pilkoppling 79">
            <a:extLst>
              <a:ext uri="{FF2B5EF4-FFF2-40B4-BE49-F238E27FC236}">
                <a16:creationId xmlns:a16="http://schemas.microsoft.com/office/drawing/2014/main" id="{4A837459-2D02-6FB5-0F70-E2F06FAEC786}"/>
              </a:ext>
            </a:extLst>
          </p:cNvPr>
          <p:cNvCxnSpPr>
            <a:stCxn id="12" idx="6"/>
            <a:endCxn id="15" idx="2"/>
          </p:cNvCxnSpPr>
          <p:nvPr/>
        </p:nvCxnSpPr>
        <p:spPr>
          <a:xfrm>
            <a:off x="7626927" y="3344488"/>
            <a:ext cx="1781694" cy="4461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2" name="Rak pilkoppling 81">
            <a:extLst>
              <a:ext uri="{FF2B5EF4-FFF2-40B4-BE49-F238E27FC236}">
                <a16:creationId xmlns:a16="http://schemas.microsoft.com/office/drawing/2014/main" id="{F9007AA1-044B-26FD-E1A1-B58760689E52}"/>
              </a:ext>
            </a:extLst>
          </p:cNvPr>
          <p:cNvCxnSpPr>
            <a:stCxn id="13" idx="6"/>
            <a:endCxn id="15" idx="2"/>
          </p:cNvCxnSpPr>
          <p:nvPr/>
        </p:nvCxnSpPr>
        <p:spPr>
          <a:xfrm flipV="1">
            <a:off x="7626927" y="3790604"/>
            <a:ext cx="1781694" cy="4710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4" name="Rak pilkoppling 83">
            <a:extLst>
              <a:ext uri="{FF2B5EF4-FFF2-40B4-BE49-F238E27FC236}">
                <a16:creationId xmlns:a16="http://schemas.microsoft.com/office/drawing/2014/main" id="{19B56CEB-BB1F-C486-1B43-D8841CD9D261}"/>
              </a:ext>
            </a:extLst>
          </p:cNvPr>
          <p:cNvCxnSpPr>
            <a:stCxn id="14" idx="6"/>
            <a:endCxn id="15" idx="2"/>
          </p:cNvCxnSpPr>
          <p:nvPr/>
        </p:nvCxnSpPr>
        <p:spPr>
          <a:xfrm flipV="1">
            <a:off x="7626927" y="3790604"/>
            <a:ext cx="1781694" cy="13882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3" name="textruta 172">
            <a:extLst>
              <a:ext uri="{FF2B5EF4-FFF2-40B4-BE49-F238E27FC236}">
                <a16:creationId xmlns:a16="http://schemas.microsoft.com/office/drawing/2014/main" id="{8709A16E-B5F6-19BB-6B4C-74041FA24F8F}"/>
              </a:ext>
            </a:extLst>
          </p:cNvPr>
          <p:cNvSpPr txBox="1"/>
          <p:nvPr/>
        </p:nvSpPr>
        <p:spPr>
          <a:xfrm>
            <a:off x="1670558" y="5153891"/>
            <a:ext cx="1585562" cy="593047"/>
          </a:xfrm>
          <a:prstGeom prst="rect">
            <a:avLst/>
          </a:prstGeom>
          <a:noFill/>
        </p:spPr>
        <p:txBody>
          <a:bodyPr wrap="none" rtlCol="0">
            <a:spAutoFit/>
          </a:bodyPr>
          <a:lstStyle/>
          <a:p>
            <a:pPr algn="ctr">
              <a:lnSpc>
                <a:spcPct val="150000"/>
              </a:lnSpc>
            </a:pPr>
            <a:r>
              <a:rPr lang="sv-SE" sz="2400" noProof="0" dirty="0">
                <a:solidFill>
                  <a:schemeClr val="bg1"/>
                </a:solidFill>
              </a:rPr>
              <a:t>Input </a:t>
            </a:r>
            <a:r>
              <a:rPr lang="sv-SE" sz="2400" noProof="0" dirty="0" err="1">
                <a:solidFill>
                  <a:schemeClr val="bg1"/>
                </a:solidFill>
              </a:rPr>
              <a:t>layer</a:t>
            </a:r>
            <a:endParaRPr lang="sv-SE" sz="2400" noProof="0" dirty="0">
              <a:solidFill>
                <a:schemeClr val="bg1"/>
              </a:solidFill>
            </a:endParaRPr>
          </a:p>
        </p:txBody>
      </p:sp>
      <p:sp>
        <p:nvSpPr>
          <p:cNvPr id="174" name="textruta 173">
            <a:extLst>
              <a:ext uri="{FF2B5EF4-FFF2-40B4-BE49-F238E27FC236}">
                <a16:creationId xmlns:a16="http://schemas.microsoft.com/office/drawing/2014/main" id="{E976F42C-0DB4-3718-80F8-F1A4ACA47AB4}"/>
              </a:ext>
            </a:extLst>
          </p:cNvPr>
          <p:cNvSpPr txBox="1"/>
          <p:nvPr/>
        </p:nvSpPr>
        <p:spPr>
          <a:xfrm>
            <a:off x="3923218" y="5624945"/>
            <a:ext cx="1923796" cy="593047"/>
          </a:xfrm>
          <a:prstGeom prst="rect">
            <a:avLst/>
          </a:prstGeom>
          <a:noFill/>
        </p:spPr>
        <p:txBody>
          <a:bodyPr wrap="none" rtlCol="0">
            <a:spAutoFit/>
          </a:bodyPr>
          <a:lstStyle/>
          <a:p>
            <a:pPr algn="ctr">
              <a:lnSpc>
                <a:spcPct val="150000"/>
              </a:lnSpc>
            </a:pPr>
            <a:r>
              <a:rPr lang="sv-SE" sz="2400" noProof="0" dirty="0" err="1">
                <a:solidFill>
                  <a:schemeClr val="bg1"/>
                </a:solidFill>
              </a:rPr>
              <a:t>Hidden</a:t>
            </a:r>
            <a:r>
              <a:rPr lang="sv-SE" sz="2400" noProof="0" dirty="0">
                <a:solidFill>
                  <a:schemeClr val="bg1"/>
                </a:solidFill>
              </a:rPr>
              <a:t> </a:t>
            </a:r>
            <a:r>
              <a:rPr lang="sv-SE" sz="2400" noProof="0" dirty="0" err="1">
                <a:solidFill>
                  <a:schemeClr val="bg1"/>
                </a:solidFill>
              </a:rPr>
              <a:t>layer</a:t>
            </a:r>
            <a:endParaRPr lang="sv-SE" sz="2400" noProof="0" dirty="0">
              <a:solidFill>
                <a:schemeClr val="bg1"/>
              </a:solidFill>
            </a:endParaRPr>
          </a:p>
        </p:txBody>
      </p:sp>
      <p:sp>
        <p:nvSpPr>
          <p:cNvPr id="175" name="textruta 174">
            <a:extLst>
              <a:ext uri="{FF2B5EF4-FFF2-40B4-BE49-F238E27FC236}">
                <a16:creationId xmlns:a16="http://schemas.microsoft.com/office/drawing/2014/main" id="{00CAAFFB-C909-8E4B-84B6-794ADDC804D4}"/>
              </a:ext>
            </a:extLst>
          </p:cNvPr>
          <p:cNvSpPr txBox="1"/>
          <p:nvPr/>
        </p:nvSpPr>
        <p:spPr>
          <a:xfrm>
            <a:off x="6344989" y="5624945"/>
            <a:ext cx="1923796" cy="593047"/>
          </a:xfrm>
          <a:prstGeom prst="rect">
            <a:avLst/>
          </a:prstGeom>
          <a:noFill/>
        </p:spPr>
        <p:txBody>
          <a:bodyPr wrap="none" rtlCol="0">
            <a:spAutoFit/>
          </a:bodyPr>
          <a:lstStyle/>
          <a:p>
            <a:pPr algn="ctr">
              <a:lnSpc>
                <a:spcPct val="150000"/>
              </a:lnSpc>
            </a:pPr>
            <a:r>
              <a:rPr lang="sv-SE" sz="2400" noProof="0" dirty="0" err="1">
                <a:solidFill>
                  <a:schemeClr val="bg1"/>
                </a:solidFill>
              </a:rPr>
              <a:t>Hidden</a:t>
            </a:r>
            <a:r>
              <a:rPr lang="sv-SE" sz="2400" noProof="0" dirty="0">
                <a:solidFill>
                  <a:schemeClr val="bg1"/>
                </a:solidFill>
              </a:rPr>
              <a:t> </a:t>
            </a:r>
            <a:r>
              <a:rPr lang="sv-SE" sz="2400" noProof="0" dirty="0" err="1">
                <a:solidFill>
                  <a:schemeClr val="bg1"/>
                </a:solidFill>
              </a:rPr>
              <a:t>layer</a:t>
            </a:r>
            <a:endParaRPr lang="sv-SE" sz="2400" noProof="0" dirty="0">
              <a:solidFill>
                <a:schemeClr val="bg1"/>
              </a:solidFill>
            </a:endParaRPr>
          </a:p>
        </p:txBody>
      </p:sp>
      <p:sp>
        <p:nvSpPr>
          <p:cNvPr id="176" name="textruta 175">
            <a:extLst>
              <a:ext uri="{FF2B5EF4-FFF2-40B4-BE49-F238E27FC236}">
                <a16:creationId xmlns:a16="http://schemas.microsoft.com/office/drawing/2014/main" id="{65846FE6-42A3-6411-D8B2-FBD05381D377}"/>
              </a:ext>
            </a:extLst>
          </p:cNvPr>
          <p:cNvSpPr txBox="1"/>
          <p:nvPr/>
        </p:nvSpPr>
        <p:spPr>
          <a:xfrm>
            <a:off x="8812449" y="4240804"/>
            <a:ext cx="1832425" cy="593047"/>
          </a:xfrm>
          <a:prstGeom prst="rect">
            <a:avLst/>
          </a:prstGeom>
          <a:noFill/>
        </p:spPr>
        <p:txBody>
          <a:bodyPr wrap="none" rtlCol="0">
            <a:spAutoFit/>
          </a:bodyPr>
          <a:lstStyle/>
          <a:p>
            <a:pPr algn="ctr">
              <a:lnSpc>
                <a:spcPct val="150000"/>
              </a:lnSpc>
            </a:pPr>
            <a:r>
              <a:rPr lang="sv-SE" sz="2400" noProof="0" dirty="0">
                <a:solidFill>
                  <a:schemeClr val="bg1"/>
                </a:solidFill>
              </a:rPr>
              <a:t>Output </a:t>
            </a:r>
            <a:r>
              <a:rPr lang="sv-SE" sz="2400" noProof="0" dirty="0" err="1">
                <a:solidFill>
                  <a:schemeClr val="bg1"/>
                </a:solidFill>
              </a:rPr>
              <a:t>layer</a:t>
            </a:r>
            <a:endParaRPr lang="sv-SE" sz="2400" noProof="0" dirty="0">
              <a:solidFill>
                <a:schemeClr val="bg1"/>
              </a:solidFill>
            </a:endParaRPr>
          </a:p>
        </p:txBody>
      </p:sp>
    </p:spTree>
    <p:extLst>
      <p:ext uri="{BB962C8B-B14F-4D97-AF65-F5344CB8AC3E}">
        <p14:creationId xmlns:p14="http://schemas.microsoft.com/office/powerpoint/2010/main" val="186259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emph" presetSubtype="2" fill="hold" nodeType="withEffect">
                                  <p:stCondLst>
                                    <p:cond delay="0"/>
                                  </p:stCondLst>
                                  <p:childTnLst>
                                    <p:animClr clrSpc="rgb" dir="cw">
                                      <p:cBhvr>
                                        <p:cTn id="6" dur="500" fill="hold"/>
                                        <p:tgtEl>
                                          <p:spTgt spid="43"/>
                                        </p:tgtEl>
                                        <p:attrNameLst>
                                          <p:attrName>stroke.color</p:attrName>
                                        </p:attrNameLst>
                                      </p:cBhvr>
                                      <p:to>
                                        <a:srgbClr val="FFFFFF"/>
                                      </p:to>
                                    </p:animClr>
                                    <p:set>
                                      <p:cBhvr>
                                        <p:cTn id="7" dur="500" fill="hold"/>
                                        <p:tgtEl>
                                          <p:spTgt spid="43"/>
                                        </p:tgtEl>
                                        <p:attrNameLst>
                                          <p:attrName>stroke.on</p:attrName>
                                        </p:attrNameLst>
                                      </p:cBhvr>
                                      <p:to>
                                        <p:strVal val="true"/>
                                      </p:to>
                                    </p:set>
                                  </p:childTnLst>
                                </p:cTn>
                              </p:par>
                              <p:par>
                                <p:cTn id="8" presetID="19" presetClass="emph" presetSubtype="0" fill="hold" grpId="0" nodeType="withEffect">
                                  <p:stCondLst>
                                    <p:cond delay="0"/>
                                  </p:stCondLst>
                                  <p:childTnLst>
                                    <p:animClr clrSpc="rgb" dir="cw">
                                      <p:cBhvr override="childStyle">
                                        <p:cTn id="9" dur="250" fill="hold"/>
                                        <p:tgtEl>
                                          <p:spTgt spid="6"/>
                                        </p:tgtEl>
                                        <p:attrNameLst>
                                          <p:attrName>style.color</p:attrName>
                                        </p:attrNameLst>
                                      </p:cBhvr>
                                      <p:to>
                                        <a:srgbClr val="FFFFFF"/>
                                      </p:to>
                                    </p:animClr>
                                    <p:animClr clrSpc="rgb" dir="cw">
                                      <p:cBhvr>
                                        <p:cTn id="10" dur="250" fill="hold"/>
                                        <p:tgtEl>
                                          <p:spTgt spid="6"/>
                                        </p:tgtEl>
                                        <p:attrNameLst>
                                          <p:attrName>fillcolor</p:attrName>
                                        </p:attrNameLst>
                                      </p:cBhvr>
                                      <p:to>
                                        <a:srgbClr val="FFFFFF"/>
                                      </p:to>
                                    </p:animClr>
                                    <p:set>
                                      <p:cBhvr>
                                        <p:cTn id="11" dur="250" fill="hold"/>
                                        <p:tgtEl>
                                          <p:spTgt spid="6"/>
                                        </p:tgtEl>
                                        <p:attrNameLst>
                                          <p:attrName>fill.type</p:attrName>
                                        </p:attrNameLst>
                                      </p:cBhvr>
                                      <p:to>
                                        <p:strVal val="solid"/>
                                      </p:to>
                                    </p:set>
                                    <p:set>
                                      <p:cBhvr>
                                        <p:cTn id="12" dur="250" fill="hold"/>
                                        <p:tgtEl>
                                          <p:spTgt spid="6"/>
                                        </p:tgtEl>
                                        <p:attrNameLst>
                                          <p:attrName>fill.on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19" presetClass="emph" presetSubtype="0" fill="hold" grpId="0" nodeType="clickEffect">
                                  <p:stCondLst>
                                    <p:cond delay="250"/>
                                  </p:stCondLst>
                                  <p:childTnLst>
                                    <p:animClr clrSpc="rgb" dir="cw">
                                      <p:cBhvr override="childStyle">
                                        <p:cTn id="16" dur="250" fill="hold"/>
                                        <p:tgtEl>
                                          <p:spTgt spid="10"/>
                                        </p:tgtEl>
                                        <p:attrNameLst>
                                          <p:attrName>style.color</p:attrName>
                                        </p:attrNameLst>
                                      </p:cBhvr>
                                      <p:to>
                                        <a:srgbClr val="FFFFFF"/>
                                      </p:to>
                                    </p:animClr>
                                    <p:animClr clrSpc="rgb" dir="cw">
                                      <p:cBhvr>
                                        <p:cTn id="17" dur="250" fill="hold"/>
                                        <p:tgtEl>
                                          <p:spTgt spid="10"/>
                                        </p:tgtEl>
                                        <p:attrNameLst>
                                          <p:attrName>fillcolor</p:attrName>
                                        </p:attrNameLst>
                                      </p:cBhvr>
                                      <p:to>
                                        <a:srgbClr val="FFFFFF"/>
                                      </p:to>
                                    </p:animClr>
                                    <p:set>
                                      <p:cBhvr>
                                        <p:cTn id="18" dur="250" fill="hold"/>
                                        <p:tgtEl>
                                          <p:spTgt spid="10"/>
                                        </p:tgtEl>
                                        <p:attrNameLst>
                                          <p:attrName>fill.type</p:attrName>
                                        </p:attrNameLst>
                                      </p:cBhvr>
                                      <p:to>
                                        <p:strVal val="solid"/>
                                      </p:to>
                                    </p:set>
                                    <p:set>
                                      <p:cBhvr>
                                        <p:cTn id="19" dur="250" fill="hold"/>
                                        <p:tgtEl>
                                          <p:spTgt spid="10"/>
                                        </p:tgtEl>
                                        <p:attrNameLst>
                                          <p:attrName>fill.on</p:attrName>
                                        </p:attrNameLst>
                                      </p:cBhvr>
                                      <p:to>
                                        <p:strVal val="true"/>
                                      </p:to>
                                    </p:set>
                                  </p:childTnLst>
                                </p:cTn>
                              </p:par>
                              <p:par>
                                <p:cTn id="20" presetID="7" presetClass="emph" presetSubtype="2" fill="hold" nodeType="withEffect">
                                  <p:stCondLst>
                                    <p:cond delay="0"/>
                                  </p:stCondLst>
                                  <p:childTnLst>
                                    <p:animClr clrSpc="rgb" dir="cw">
                                      <p:cBhvr>
                                        <p:cTn id="21" dur="500" fill="hold"/>
                                        <p:tgtEl>
                                          <p:spTgt spid="71"/>
                                        </p:tgtEl>
                                        <p:attrNameLst>
                                          <p:attrName>stroke.color</p:attrName>
                                        </p:attrNameLst>
                                      </p:cBhvr>
                                      <p:to>
                                        <a:srgbClr val="FFFFFF"/>
                                      </p:to>
                                    </p:animClr>
                                    <p:set>
                                      <p:cBhvr>
                                        <p:cTn id="22" dur="500" fill="hold"/>
                                        <p:tgtEl>
                                          <p:spTgt spid="71"/>
                                        </p:tgtEl>
                                        <p:attrNameLst>
                                          <p:attrName>stroke.on</p:attrName>
                                        </p:attrNameLst>
                                      </p:cBhvr>
                                      <p:to>
                                        <p:strVal val="true"/>
                                      </p:to>
                                    </p:set>
                                  </p:childTnLst>
                                </p:cTn>
                              </p:par>
                              <p:par>
                                <p:cTn id="23" presetID="7" presetClass="emph" presetSubtype="2" fill="hold" nodeType="withEffect">
                                  <p:stCondLst>
                                    <p:cond delay="0"/>
                                  </p:stCondLst>
                                  <p:childTnLst>
                                    <p:animClr clrSpc="rgb" dir="cw">
                                      <p:cBhvr>
                                        <p:cTn id="24" dur="500" fill="hold"/>
                                        <p:tgtEl>
                                          <p:spTgt spid="73"/>
                                        </p:tgtEl>
                                        <p:attrNameLst>
                                          <p:attrName>stroke.color</p:attrName>
                                        </p:attrNameLst>
                                      </p:cBhvr>
                                      <p:to>
                                        <a:srgbClr val="FFFFFF"/>
                                      </p:to>
                                    </p:animClr>
                                    <p:set>
                                      <p:cBhvr>
                                        <p:cTn id="25" dur="500" fill="hold"/>
                                        <p:tgtEl>
                                          <p:spTgt spid="73"/>
                                        </p:tgtEl>
                                        <p:attrNameLst>
                                          <p:attrName>stroke.on</p:attrName>
                                        </p:attrNameLst>
                                      </p:cBhvr>
                                      <p:to>
                                        <p:strVal val="true"/>
                                      </p:to>
                                    </p:set>
                                  </p:childTnLst>
                                </p:cTn>
                              </p:par>
                              <p:par>
                                <p:cTn id="26" presetID="7" presetClass="emph" presetSubtype="2" fill="hold" nodeType="withEffect">
                                  <p:stCondLst>
                                    <p:cond delay="0"/>
                                  </p:stCondLst>
                                  <p:childTnLst>
                                    <p:animClr clrSpc="rgb" dir="cw">
                                      <p:cBhvr>
                                        <p:cTn id="27" dur="500" fill="hold"/>
                                        <p:tgtEl>
                                          <p:spTgt spid="75"/>
                                        </p:tgtEl>
                                        <p:attrNameLst>
                                          <p:attrName>stroke.color</p:attrName>
                                        </p:attrNameLst>
                                      </p:cBhvr>
                                      <p:to>
                                        <a:srgbClr val="FFFFFF"/>
                                      </p:to>
                                    </p:animClr>
                                    <p:set>
                                      <p:cBhvr>
                                        <p:cTn id="28" dur="500" fill="hold"/>
                                        <p:tgtEl>
                                          <p:spTgt spid="75"/>
                                        </p:tgtEl>
                                        <p:attrNameLst>
                                          <p:attrName>stroke.on</p:attrName>
                                        </p:attrNameLst>
                                      </p:cBhvr>
                                      <p:to>
                                        <p:strVal val="true"/>
                                      </p:to>
                                    </p:set>
                                  </p:childTnLst>
                                </p:cTn>
                              </p:par>
                            </p:childTnLst>
                          </p:cTn>
                        </p:par>
                        <p:par>
                          <p:cTn id="29" fill="hold">
                            <p:stCondLst>
                              <p:cond delay="500"/>
                            </p:stCondLst>
                            <p:childTnLst>
                              <p:par>
                                <p:cTn id="30" presetID="7" presetClass="emph" presetSubtype="2" fill="hold" nodeType="afterEffect">
                                  <p:stCondLst>
                                    <p:cond delay="0"/>
                                  </p:stCondLst>
                                  <p:childTnLst>
                                    <p:animClr clrSpc="rgb" dir="cw">
                                      <p:cBhvr>
                                        <p:cTn id="31" dur="500" fill="hold"/>
                                        <p:tgtEl>
                                          <p:spTgt spid="69"/>
                                        </p:tgtEl>
                                        <p:attrNameLst>
                                          <p:attrName>stroke.color</p:attrName>
                                        </p:attrNameLst>
                                      </p:cBhvr>
                                      <p:to>
                                        <a:srgbClr val="FFFFFF"/>
                                      </p:to>
                                    </p:animClr>
                                    <p:set>
                                      <p:cBhvr>
                                        <p:cTn id="32" dur="500" fill="hold"/>
                                        <p:tgtEl>
                                          <p:spTgt spid="69"/>
                                        </p:tgtEl>
                                        <p:attrNameLst>
                                          <p:attrName>stroke.on</p:attrName>
                                        </p:attrNameLst>
                                      </p:cBhvr>
                                      <p:to>
                                        <p:strVal val="true"/>
                                      </p:to>
                                    </p:set>
                                  </p:childTnLst>
                                </p:cTn>
                              </p:par>
                            </p:childTnLst>
                          </p:cTn>
                        </p:par>
                      </p:childTnLst>
                    </p:cTn>
                  </p:par>
                  <p:par>
                    <p:cTn id="33" fill="hold">
                      <p:stCondLst>
                        <p:cond delay="indefinite"/>
                      </p:stCondLst>
                      <p:childTnLst>
                        <p:par>
                          <p:cTn id="34" fill="hold">
                            <p:stCondLst>
                              <p:cond delay="0"/>
                            </p:stCondLst>
                            <p:childTnLst>
                              <p:par>
                                <p:cTn id="35" presetID="19" presetClass="emph" presetSubtype="0" fill="hold" grpId="0" nodeType="clickEffect">
                                  <p:stCondLst>
                                    <p:cond delay="250"/>
                                  </p:stCondLst>
                                  <p:childTnLst>
                                    <p:animClr clrSpc="rgb" dir="cw">
                                      <p:cBhvr override="childStyle">
                                        <p:cTn id="36" dur="250" fill="hold"/>
                                        <p:tgtEl>
                                          <p:spTgt spid="11"/>
                                        </p:tgtEl>
                                        <p:attrNameLst>
                                          <p:attrName>style.color</p:attrName>
                                        </p:attrNameLst>
                                      </p:cBhvr>
                                      <p:to>
                                        <a:srgbClr val="FFFFFF"/>
                                      </p:to>
                                    </p:animClr>
                                    <p:animClr clrSpc="rgb" dir="cw">
                                      <p:cBhvr>
                                        <p:cTn id="37" dur="250" fill="hold"/>
                                        <p:tgtEl>
                                          <p:spTgt spid="11"/>
                                        </p:tgtEl>
                                        <p:attrNameLst>
                                          <p:attrName>fillcolor</p:attrName>
                                        </p:attrNameLst>
                                      </p:cBhvr>
                                      <p:to>
                                        <a:srgbClr val="FFFFFF"/>
                                      </p:to>
                                    </p:animClr>
                                    <p:set>
                                      <p:cBhvr>
                                        <p:cTn id="38" dur="250" fill="hold"/>
                                        <p:tgtEl>
                                          <p:spTgt spid="11"/>
                                        </p:tgtEl>
                                        <p:attrNameLst>
                                          <p:attrName>fill.type</p:attrName>
                                        </p:attrNameLst>
                                      </p:cBhvr>
                                      <p:to>
                                        <p:strVal val="solid"/>
                                      </p:to>
                                    </p:set>
                                    <p:set>
                                      <p:cBhvr>
                                        <p:cTn id="39" dur="250" fill="hold"/>
                                        <p:tgtEl>
                                          <p:spTgt spid="11"/>
                                        </p:tgtEl>
                                        <p:attrNameLst>
                                          <p:attrName>fill.on</p:attrName>
                                        </p:attrNameLst>
                                      </p:cBhvr>
                                      <p:to>
                                        <p:strVal val="true"/>
                                      </p:to>
                                    </p:set>
                                  </p:childTnLst>
                                </p:cTn>
                              </p:par>
                              <p:par>
                                <p:cTn id="40" presetID="19" presetClass="emph" presetSubtype="0" fill="hold" grpId="0" nodeType="withEffect">
                                  <p:stCondLst>
                                    <p:cond delay="250"/>
                                  </p:stCondLst>
                                  <p:childTnLst>
                                    <p:animClr clrSpc="rgb" dir="cw">
                                      <p:cBhvr override="childStyle">
                                        <p:cTn id="41" dur="250" fill="hold"/>
                                        <p:tgtEl>
                                          <p:spTgt spid="12"/>
                                        </p:tgtEl>
                                        <p:attrNameLst>
                                          <p:attrName>style.color</p:attrName>
                                        </p:attrNameLst>
                                      </p:cBhvr>
                                      <p:to>
                                        <a:srgbClr val="FFFFFF"/>
                                      </p:to>
                                    </p:animClr>
                                    <p:animClr clrSpc="rgb" dir="cw">
                                      <p:cBhvr>
                                        <p:cTn id="42" dur="250" fill="hold"/>
                                        <p:tgtEl>
                                          <p:spTgt spid="12"/>
                                        </p:tgtEl>
                                        <p:attrNameLst>
                                          <p:attrName>fillcolor</p:attrName>
                                        </p:attrNameLst>
                                      </p:cBhvr>
                                      <p:to>
                                        <a:srgbClr val="FFFFFF"/>
                                      </p:to>
                                    </p:animClr>
                                    <p:set>
                                      <p:cBhvr>
                                        <p:cTn id="43" dur="250" fill="hold"/>
                                        <p:tgtEl>
                                          <p:spTgt spid="12"/>
                                        </p:tgtEl>
                                        <p:attrNameLst>
                                          <p:attrName>fill.type</p:attrName>
                                        </p:attrNameLst>
                                      </p:cBhvr>
                                      <p:to>
                                        <p:strVal val="solid"/>
                                      </p:to>
                                    </p:set>
                                    <p:set>
                                      <p:cBhvr>
                                        <p:cTn id="44" dur="250" fill="hold"/>
                                        <p:tgtEl>
                                          <p:spTgt spid="12"/>
                                        </p:tgtEl>
                                        <p:attrNameLst>
                                          <p:attrName>fill.on</p:attrName>
                                        </p:attrNameLst>
                                      </p:cBhvr>
                                      <p:to>
                                        <p:strVal val="true"/>
                                      </p:to>
                                    </p:set>
                                  </p:childTnLst>
                                </p:cTn>
                              </p:par>
                              <p:par>
                                <p:cTn id="45" presetID="19" presetClass="emph" presetSubtype="0" fill="hold" grpId="0" nodeType="withEffect">
                                  <p:stCondLst>
                                    <p:cond delay="250"/>
                                  </p:stCondLst>
                                  <p:childTnLst>
                                    <p:animClr clrSpc="rgb" dir="cw">
                                      <p:cBhvr override="childStyle">
                                        <p:cTn id="46" dur="250" fill="hold"/>
                                        <p:tgtEl>
                                          <p:spTgt spid="13"/>
                                        </p:tgtEl>
                                        <p:attrNameLst>
                                          <p:attrName>style.color</p:attrName>
                                        </p:attrNameLst>
                                      </p:cBhvr>
                                      <p:to>
                                        <a:srgbClr val="FFFFFF"/>
                                      </p:to>
                                    </p:animClr>
                                    <p:animClr clrSpc="rgb" dir="cw">
                                      <p:cBhvr>
                                        <p:cTn id="47" dur="250" fill="hold"/>
                                        <p:tgtEl>
                                          <p:spTgt spid="13"/>
                                        </p:tgtEl>
                                        <p:attrNameLst>
                                          <p:attrName>fillcolor</p:attrName>
                                        </p:attrNameLst>
                                      </p:cBhvr>
                                      <p:to>
                                        <a:srgbClr val="FFFFFF"/>
                                      </p:to>
                                    </p:animClr>
                                    <p:set>
                                      <p:cBhvr>
                                        <p:cTn id="48" dur="250" fill="hold"/>
                                        <p:tgtEl>
                                          <p:spTgt spid="13"/>
                                        </p:tgtEl>
                                        <p:attrNameLst>
                                          <p:attrName>fill.type</p:attrName>
                                        </p:attrNameLst>
                                      </p:cBhvr>
                                      <p:to>
                                        <p:strVal val="solid"/>
                                      </p:to>
                                    </p:set>
                                    <p:set>
                                      <p:cBhvr>
                                        <p:cTn id="49" dur="250" fill="hold"/>
                                        <p:tgtEl>
                                          <p:spTgt spid="13"/>
                                        </p:tgtEl>
                                        <p:attrNameLst>
                                          <p:attrName>fill.on</p:attrName>
                                        </p:attrNameLst>
                                      </p:cBhvr>
                                      <p:to>
                                        <p:strVal val="true"/>
                                      </p:to>
                                    </p:set>
                                  </p:childTnLst>
                                </p:cTn>
                              </p:par>
                              <p:par>
                                <p:cTn id="50" presetID="19" presetClass="emph" presetSubtype="0" fill="hold" grpId="0" nodeType="withEffect">
                                  <p:stCondLst>
                                    <p:cond delay="250"/>
                                  </p:stCondLst>
                                  <p:childTnLst>
                                    <p:animClr clrSpc="rgb" dir="cw">
                                      <p:cBhvr override="childStyle">
                                        <p:cTn id="51" dur="250" fill="hold"/>
                                        <p:tgtEl>
                                          <p:spTgt spid="14"/>
                                        </p:tgtEl>
                                        <p:attrNameLst>
                                          <p:attrName>style.color</p:attrName>
                                        </p:attrNameLst>
                                      </p:cBhvr>
                                      <p:to>
                                        <a:srgbClr val="FFFFFF"/>
                                      </p:to>
                                    </p:animClr>
                                    <p:animClr clrSpc="rgb" dir="cw">
                                      <p:cBhvr>
                                        <p:cTn id="52" dur="250" fill="hold"/>
                                        <p:tgtEl>
                                          <p:spTgt spid="14"/>
                                        </p:tgtEl>
                                        <p:attrNameLst>
                                          <p:attrName>fillcolor</p:attrName>
                                        </p:attrNameLst>
                                      </p:cBhvr>
                                      <p:to>
                                        <a:srgbClr val="FFFFFF"/>
                                      </p:to>
                                    </p:animClr>
                                    <p:set>
                                      <p:cBhvr>
                                        <p:cTn id="53" dur="250" fill="hold"/>
                                        <p:tgtEl>
                                          <p:spTgt spid="14"/>
                                        </p:tgtEl>
                                        <p:attrNameLst>
                                          <p:attrName>fill.type</p:attrName>
                                        </p:attrNameLst>
                                      </p:cBhvr>
                                      <p:to>
                                        <p:strVal val="solid"/>
                                      </p:to>
                                    </p:set>
                                    <p:set>
                                      <p:cBhvr>
                                        <p:cTn id="54" dur="250" fill="hold"/>
                                        <p:tgtEl>
                                          <p:spTgt spid="14"/>
                                        </p:tgtEl>
                                        <p:attrNameLst>
                                          <p:attrName>fill.on</p:attrName>
                                        </p:attrNameLst>
                                      </p:cBhvr>
                                      <p:to>
                                        <p:strVal val="true"/>
                                      </p:to>
                                    </p:set>
                                  </p:childTnLst>
                                </p:cTn>
                              </p:par>
                            </p:childTnLst>
                          </p:cTn>
                        </p:par>
                        <p:par>
                          <p:cTn id="55" fill="hold">
                            <p:stCondLst>
                              <p:cond delay="500"/>
                            </p:stCondLst>
                            <p:childTnLst>
                              <p:par>
                                <p:cTn id="56" presetID="7" presetClass="emph" presetSubtype="2" fill="hold" nodeType="afterEffect">
                                  <p:stCondLst>
                                    <p:cond delay="0"/>
                                  </p:stCondLst>
                                  <p:childTnLst>
                                    <p:animClr clrSpc="rgb" dir="cw">
                                      <p:cBhvr>
                                        <p:cTn id="57" dur="500" fill="hold"/>
                                        <p:tgtEl>
                                          <p:spTgt spid="78"/>
                                        </p:tgtEl>
                                        <p:attrNameLst>
                                          <p:attrName>stroke.color</p:attrName>
                                        </p:attrNameLst>
                                      </p:cBhvr>
                                      <p:to>
                                        <a:srgbClr val="FFFFFF"/>
                                      </p:to>
                                    </p:animClr>
                                    <p:set>
                                      <p:cBhvr>
                                        <p:cTn id="58" dur="500" fill="hold"/>
                                        <p:tgtEl>
                                          <p:spTgt spid="78"/>
                                        </p:tgtEl>
                                        <p:attrNameLst>
                                          <p:attrName>stroke.on</p:attrName>
                                        </p:attrNameLst>
                                      </p:cBhvr>
                                      <p:to>
                                        <p:strVal val="true"/>
                                      </p:to>
                                    </p:set>
                                  </p:childTnLst>
                                </p:cTn>
                              </p:par>
                              <p:par>
                                <p:cTn id="59" presetID="7" presetClass="emph" presetSubtype="2" fill="hold" nodeType="withEffect">
                                  <p:stCondLst>
                                    <p:cond delay="0"/>
                                  </p:stCondLst>
                                  <p:childTnLst>
                                    <p:animClr clrSpc="rgb" dir="cw">
                                      <p:cBhvr>
                                        <p:cTn id="60" dur="500" fill="hold"/>
                                        <p:tgtEl>
                                          <p:spTgt spid="80"/>
                                        </p:tgtEl>
                                        <p:attrNameLst>
                                          <p:attrName>stroke.color</p:attrName>
                                        </p:attrNameLst>
                                      </p:cBhvr>
                                      <p:to>
                                        <a:srgbClr val="FFFFFF"/>
                                      </p:to>
                                    </p:animClr>
                                    <p:set>
                                      <p:cBhvr>
                                        <p:cTn id="61" dur="500" fill="hold"/>
                                        <p:tgtEl>
                                          <p:spTgt spid="80"/>
                                        </p:tgtEl>
                                        <p:attrNameLst>
                                          <p:attrName>stroke.on</p:attrName>
                                        </p:attrNameLst>
                                      </p:cBhvr>
                                      <p:to>
                                        <p:strVal val="true"/>
                                      </p:to>
                                    </p:set>
                                  </p:childTnLst>
                                </p:cTn>
                              </p:par>
                              <p:par>
                                <p:cTn id="62" presetID="7" presetClass="emph" presetSubtype="2" fill="hold" nodeType="withEffect">
                                  <p:stCondLst>
                                    <p:cond delay="0"/>
                                  </p:stCondLst>
                                  <p:childTnLst>
                                    <p:animClr clrSpc="rgb" dir="cw">
                                      <p:cBhvr>
                                        <p:cTn id="63" dur="500" fill="hold"/>
                                        <p:tgtEl>
                                          <p:spTgt spid="82"/>
                                        </p:tgtEl>
                                        <p:attrNameLst>
                                          <p:attrName>stroke.color</p:attrName>
                                        </p:attrNameLst>
                                      </p:cBhvr>
                                      <p:to>
                                        <a:srgbClr val="FFFFFF"/>
                                      </p:to>
                                    </p:animClr>
                                    <p:set>
                                      <p:cBhvr>
                                        <p:cTn id="64" dur="500" fill="hold"/>
                                        <p:tgtEl>
                                          <p:spTgt spid="82"/>
                                        </p:tgtEl>
                                        <p:attrNameLst>
                                          <p:attrName>stroke.on</p:attrName>
                                        </p:attrNameLst>
                                      </p:cBhvr>
                                      <p:to>
                                        <p:strVal val="true"/>
                                      </p:to>
                                    </p:set>
                                  </p:childTnLst>
                                </p:cTn>
                              </p:par>
                              <p:par>
                                <p:cTn id="65" presetID="7" presetClass="emph" presetSubtype="2" fill="hold" nodeType="withEffect">
                                  <p:stCondLst>
                                    <p:cond delay="0"/>
                                  </p:stCondLst>
                                  <p:childTnLst>
                                    <p:animClr clrSpc="rgb" dir="cw">
                                      <p:cBhvr>
                                        <p:cTn id="66" dur="500" fill="hold"/>
                                        <p:tgtEl>
                                          <p:spTgt spid="84"/>
                                        </p:tgtEl>
                                        <p:attrNameLst>
                                          <p:attrName>stroke.color</p:attrName>
                                        </p:attrNameLst>
                                      </p:cBhvr>
                                      <p:to>
                                        <a:srgbClr val="FFFFFF"/>
                                      </p:to>
                                    </p:animClr>
                                    <p:set>
                                      <p:cBhvr>
                                        <p:cTn id="67" dur="500" fill="hold"/>
                                        <p:tgtEl>
                                          <p:spTgt spid="84"/>
                                        </p:tgtEl>
                                        <p:attrNameLst>
                                          <p:attrName>stroke.on</p:attrName>
                                        </p:attrNameLst>
                                      </p:cBhvr>
                                      <p:to>
                                        <p:strVal val="true"/>
                                      </p:to>
                                    </p:set>
                                  </p:childTnLst>
                                </p:cTn>
                              </p:par>
                            </p:childTnLst>
                          </p:cTn>
                        </p:par>
                      </p:childTnLst>
                    </p:cTn>
                  </p:par>
                  <p:par>
                    <p:cTn id="68" fill="hold">
                      <p:stCondLst>
                        <p:cond delay="indefinite"/>
                      </p:stCondLst>
                      <p:childTnLst>
                        <p:par>
                          <p:cTn id="69" fill="hold">
                            <p:stCondLst>
                              <p:cond delay="0"/>
                            </p:stCondLst>
                            <p:childTnLst>
                              <p:par>
                                <p:cTn id="70" presetID="19" presetClass="emph" presetSubtype="0" fill="hold" grpId="0" nodeType="clickEffect">
                                  <p:stCondLst>
                                    <p:cond delay="0"/>
                                  </p:stCondLst>
                                  <p:childTnLst>
                                    <p:animClr clrSpc="rgb" dir="cw">
                                      <p:cBhvr override="childStyle">
                                        <p:cTn id="71" dur="250" fill="hold"/>
                                        <p:tgtEl>
                                          <p:spTgt spid="15"/>
                                        </p:tgtEl>
                                        <p:attrNameLst>
                                          <p:attrName>style.color</p:attrName>
                                        </p:attrNameLst>
                                      </p:cBhvr>
                                      <p:to>
                                        <a:srgbClr val="FFFFFF"/>
                                      </p:to>
                                    </p:animClr>
                                    <p:animClr clrSpc="rgb" dir="cw">
                                      <p:cBhvr>
                                        <p:cTn id="72" dur="250" fill="hold"/>
                                        <p:tgtEl>
                                          <p:spTgt spid="15"/>
                                        </p:tgtEl>
                                        <p:attrNameLst>
                                          <p:attrName>fillcolor</p:attrName>
                                        </p:attrNameLst>
                                      </p:cBhvr>
                                      <p:to>
                                        <a:srgbClr val="FFFFFF"/>
                                      </p:to>
                                    </p:animClr>
                                    <p:set>
                                      <p:cBhvr>
                                        <p:cTn id="73" dur="250" fill="hold"/>
                                        <p:tgtEl>
                                          <p:spTgt spid="15"/>
                                        </p:tgtEl>
                                        <p:attrNameLst>
                                          <p:attrName>fill.type</p:attrName>
                                        </p:attrNameLst>
                                      </p:cBhvr>
                                      <p:to>
                                        <p:strVal val="solid"/>
                                      </p:to>
                                    </p:set>
                                    <p:set>
                                      <p:cBhvr>
                                        <p:cTn id="74" dur="250" fill="hold"/>
                                        <p:tgtEl>
                                          <p:spTgt spid="15"/>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23D31-7004-72F8-1C38-4ECCC87F54BA}"/>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19324DC2-A161-C259-D1E3-6F8DEE3DA030}"/>
              </a:ext>
            </a:extLst>
          </p:cNvPr>
          <p:cNvSpPr txBox="1"/>
          <p:nvPr/>
        </p:nvSpPr>
        <p:spPr>
          <a:xfrm>
            <a:off x="1970460" y="122735"/>
            <a:ext cx="8251170" cy="830997"/>
          </a:xfrm>
          <a:prstGeom prst="rect">
            <a:avLst/>
          </a:prstGeom>
          <a:noFill/>
        </p:spPr>
        <p:txBody>
          <a:bodyPr wrap="none" rtlCol="0">
            <a:spAutoFit/>
          </a:bodyPr>
          <a:lstStyle/>
          <a:p>
            <a:pPr algn="ctr"/>
            <a:r>
              <a:rPr lang="sv-SE" sz="4800" noProof="0" dirty="0">
                <a:solidFill>
                  <a:schemeClr val="bg1"/>
                </a:solidFill>
              </a:rPr>
              <a:t>Olika nätverk för olika problem</a:t>
            </a:r>
          </a:p>
        </p:txBody>
      </p:sp>
      <p:grpSp>
        <p:nvGrpSpPr>
          <p:cNvPr id="201" name="Grupp 200">
            <a:extLst>
              <a:ext uri="{FF2B5EF4-FFF2-40B4-BE49-F238E27FC236}">
                <a16:creationId xmlns:a16="http://schemas.microsoft.com/office/drawing/2014/main" id="{08A3F20A-FB2B-3A87-333F-326794CD2B55}"/>
              </a:ext>
            </a:extLst>
          </p:cNvPr>
          <p:cNvGrpSpPr/>
          <p:nvPr/>
        </p:nvGrpSpPr>
        <p:grpSpPr>
          <a:xfrm>
            <a:off x="695201" y="1610764"/>
            <a:ext cx="10801598" cy="4596204"/>
            <a:chOff x="422205" y="1610764"/>
            <a:chExt cx="10801598" cy="4596204"/>
          </a:xfrm>
        </p:grpSpPr>
        <p:grpSp>
          <p:nvGrpSpPr>
            <p:cNvPr id="3" name="Grupp 2">
              <a:extLst>
                <a:ext uri="{FF2B5EF4-FFF2-40B4-BE49-F238E27FC236}">
                  <a16:creationId xmlns:a16="http://schemas.microsoft.com/office/drawing/2014/main" id="{BCA2092C-16C5-9C7B-83BB-C6F075C3C491}"/>
                </a:ext>
              </a:extLst>
            </p:cNvPr>
            <p:cNvGrpSpPr/>
            <p:nvPr/>
          </p:nvGrpSpPr>
          <p:grpSpPr>
            <a:xfrm>
              <a:off x="3480733" y="1610764"/>
              <a:ext cx="3080780" cy="1321723"/>
              <a:chOff x="2143299" y="2107277"/>
              <a:chExt cx="7905402" cy="3391593"/>
            </a:xfrm>
          </p:grpSpPr>
          <p:sp>
            <p:nvSpPr>
              <p:cNvPr id="4" name="Ellips 3">
                <a:extLst>
                  <a:ext uri="{FF2B5EF4-FFF2-40B4-BE49-F238E27FC236}">
                    <a16:creationId xmlns:a16="http://schemas.microsoft.com/office/drawing/2014/main" id="{9E81F71E-6A23-E45E-8531-1C4124CBFA4E}"/>
                  </a:ext>
                </a:extLst>
              </p:cNvPr>
              <p:cNvSpPr/>
              <p:nvPr/>
            </p:nvSpPr>
            <p:spPr>
              <a:xfrm>
                <a:off x="2143299" y="2553393"/>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5" name="Ellips 4">
                <a:extLst>
                  <a:ext uri="{FF2B5EF4-FFF2-40B4-BE49-F238E27FC236}">
                    <a16:creationId xmlns:a16="http://schemas.microsoft.com/office/drawing/2014/main" id="{2DBAA6D4-0C44-17A3-8F06-73C0BC9A3868}"/>
                  </a:ext>
                </a:extLst>
              </p:cNvPr>
              <p:cNvSpPr/>
              <p:nvPr/>
            </p:nvSpPr>
            <p:spPr>
              <a:xfrm>
                <a:off x="2143299" y="3470564"/>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6" name="Ellips 5">
                <a:extLst>
                  <a:ext uri="{FF2B5EF4-FFF2-40B4-BE49-F238E27FC236}">
                    <a16:creationId xmlns:a16="http://schemas.microsoft.com/office/drawing/2014/main" id="{CA5A5F04-ADEE-6E7A-ECC9-F8FE6CBE06B6}"/>
                  </a:ext>
                </a:extLst>
              </p:cNvPr>
              <p:cNvSpPr/>
              <p:nvPr/>
            </p:nvSpPr>
            <p:spPr>
              <a:xfrm>
                <a:off x="2143299" y="4387735"/>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7" name="Ellips 6">
                <a:extLst>
                  <a:ext uri="{FF2B5EF4-FFF2-40B4-BE49-F238E27FC236}">
                    <a16:creationId xmlns:a16="http://schemas.microsoft.com/office/drawing/2014/main" id="{7F8B9FA3-3DFC-ED16-E9BB-64B9A287B2FC}"/>
                  </a:ext>
                </a:extLst>
              </p:cNvPr>
              <p:cNvSpPr/>
              <p:nvPr/>
            </p:nvSpPr>
            <p:spPr>
              <a:xfrm>
                <a:off x="4565073" y="2107277"/>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8" name="Ellips 7">
                <a:extLst>
                  <a:ext uri="{FF2B5EF4-FFF2-40B4-BE49-F238E27FC236}">
                    <a16:creationId xmlns:a16="http://schemas.microsoft.com/office/drawing/2014/main" id="{A16E9CE0-CE62-D11C-A82C-CB7B02AA2814}"/>
                  </a:ext>
                </a:extLst>
              </p:cNvPr>
              <p:cNvSpPr/>
              <p:nvPr/>
            </p:nvSpPr>
            <p:spPr>
              <a:xfrm>
                <a:off x="4565073" y="3024448"/>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9" name="Ellips 8">
                <a:extLst>
                  <a:ext uri="{FF2B5EF4-FFF2-40B4-BE49-F238E27FC236}">
                    <a16:creationId xmlns:a16="http://schemas.microsoft.com/office/drawing/2014/main" id="{B7C68347-77DB-F57A-D737-B4C755085060}"/>
                  </a:ext>
                </a:extLst>
              </p:cNvPr>
              <p:cNvSpPr/>
              <p:nvPr/>
            </p:nvSpPr>
            <p:spPr>
              <a:xfrm>
                <a:off x="4565073" y="3941619"/>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0" name="Ellips 9">
                <a:extLst>
                  <a:ext uri="{FF2B5EF4-FFF2-40B4-BE49-F238E27FC236}">
                    <a16:creationId xmlns:a16="http://schemas.microsoft.com/office/drawing/2014/main" id="{59A64EFB-4C56-DF79-B256-D913F0028834}"/>
                  </a:ext>
                </a:extLst>
              </p:cNvPr>
              <p:cNvSpPr/>
              <p:nvPr/>
            </p:nvSpPr>
            <p:spPr>
              <a:xfrm>
                <a:off x="4565073" y="4858790"/>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1" name="Ellips 10">
                <a:extLst>
                  <a:ext uri="{FF2B5EF4-FFF2-40B4-BE49-F238E27FC236}">
                    <a16:creationId xmlns:a16="http://schemas.microsoft.com/office/drawing/2014/main" id="{AEB3CF51-1EB6-0CC9-F09A-9F45A46FD2E3}"/>
                  </a:ext>
                </a:extLst>
              </p:cNvPr>
              <p:cNvSpPr/>
              <p:nvPr/>
            </p:nvSpPr>
            <p:spPr>
              <a:xfrm>
                <a:off x="6986847" y="2107277"/>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2" name="Ellips 11">
                <a:extLst>
                  <a:ext uri="{FF2B5EF4-FFF2-40B4-BE49-F238E27FC236}">
                    <a16:creationId xmlns:a16="http://schemas.microsoft.com/office/drawing/2014/main" id="{67C74D2D-9ACF-4F99-4D9B-75EDE344BEA7}"/>
                  </a:ext>
                </a:extLst>
              </p:cNvPr>
              <p:cNvSpPr/>
              <p:nvPr/>
            </p:nvSpPr>
            <p:spPr>
              <a:xfrm>
                <a:off x="6986847" y="3024448"/>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3" name="Ellips 12">
                <a:extLst>
                  <a:ext uri="{FF2B5EF4-FFF2-40B4-BE49-F238E27FC236}">
                    <a16:creationId xmlns:a16="http://schemas.microsoft.com/office/drawing/2014/main" id="{2F495C65-5852-0C1F-00F2-8124E942863E}"/>
                  </a:ext>
                </a:extLst>
              </p:cNvPr>
              <p:cNvSpPr/>
              <p:nvPr/>
            </p:nvSpPr>
            <p:spPr>
              <a:xfrm>
                <a:off x="6986847" y="3941619"/>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4" name="Ellips 13">
                <a:extLst>
                  <a:ext uri="{FF2B5EF4-FFF2-40B4-BE49-F238E27FC236}">
                    <a16:creationId xmlns:a16="http://schemas.microsoft.com/office/drawing/2014/main" id="{C440670E-086A-6F11-44C3-16FC7BC36741}"/>
                  </a:ext>
                </a:extLst>
              </p:cNvPr>
              <p:cNvSpPr/>
              <p:nvPr/>
            </p:nvSpPr>
            <p:spPr>
              <a:xfrm>
                <a:off x="6986847" y="4858790"/>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5" name="Ellips 14">
                <a:extLst>
                  <a:ext uri="{FF2B5EF4-FFF2-40B4-BE49-F238E27FC236}">
                    <a16:creationId xmlns:a16="http://schemas.microsoft.com/office/drawing/2014/main" id="{10A7CE9A-F074-FB57-577A-7D3C07E4952C}"/>
                  </a:ext>
                </a:extLst>
              </p:cNvPr>
              <p:cNvSpPr/>
              <p:nvPr/>
            </p:nvSpPr>
            <p:spPr>
              <a:xfrm>
                <a:off x="9408621" y="3470564"/>
                <a:ext cx="640080" cy="640080"/>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cxnSp>
            <p:nvCxnSpPr>
              <p:cNvPr id="21" name="Rak pilkoppling 20">
                <a:extLst>
                  <a:ext uri="{FF2B5EF4-FFF2-40B4-BE49-F238E27FC236}">
                    <a16:creationId xmlns:a16="http://schemas.microsoft.com/office/drawing/2014/main" id="{0B8BE5B7-4D5C-EE37-A110-D06379ED6F3A}"/>
                  </a:ext>
                </a:extLst>
              </p:cNvPr>
              <p:cNvCxnSpPr>
                <a:stCxn id="4" idx="6"/>
                <a:endCxn id="7" idx="2"/>
              </p:cNvCxnSpPr>
              <p:nvPr/>
            </p:nvCxnSpPr>
            <p:spPr>
              <a:xfrm flipV="1">
                <a:off x="2783379" y="2427317"/>
                <a:ext cx="1781694" cy="4461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Rak pilkoppling 22">
                <a:extLst>
                  <a:ext uri="{FF2B5EF4-FFF2-40B4-BE49-F238E27FC236}">
                    <a16:creationId xmlns:a16="http://schemas.microsoft.com/office/drawing/2014/main" id="{0D486A76-1B58-14AB-4EC8-8F6C470E1C04}"/>
                  </a:ext>
                </a:extLst>
              </p:cNvPr>
              <p:cNvCxnSpPr>
                <a:stCxn id="4" idx="6"/>
                <a:endCxn id="8" idx="2"/>
              </p:cNvCxnSpPr>
              <p:nvPr/>
            </p:nvCxnSpPr>
            <p:spPr>
              <a:xfrm>
                <a:off x="2783379" y="2873433"/>
                <a:ext cx="1781694" cy="4710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Rak pilkoppling 24">
                <a:extLst>
                  <a:ext uri="{FF2B5EF4-FFF2-40B4-BE49-F238E27FC236}">
                    <a16:creationId xmlns:a16="http://schemas.microsoft.com/office/drawing/2014/main" id="{4B95D9C6-4B8C-E6E9-E134-A0FDBCF993F8}"/>
                  </a:ext>
                </a:extLst>
              </p:cNvPr>
              <p:cNvCxnSpPr>
                <a:stCxn id="4" idx="6"/>
                <a:endCxn id="9" idx="2"/>
              </p:cNvCxnSpPr>
              <p:nvPr/>
            </p:nvCxnSpPr>
            <p:spPr>
              <a:xfrm>
                <a:off x="2783379" y="2873433"/>
                <a:ext cx="1781694" cy="13882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Rak pilkoppling 26">
                <a:extLst>
                  <a:ext uri="{FF2B5EF4-FFF2-40B4-BE49-F238E27FC236}">
                    <a16:creationId xmlns:a16="http://schemas.microsoft.com/office/drawing/2014/main" id="{78E9AE2A-C55D-004A-30B9-2701A87A6F7B}"/>
                  </a:ext>
                </a:extLst>
              </p:cNvPr>
              <p:cNvCxnSpPr>
                <a:stCxn id="4" idx="6"/>
                <a:endCxn id="10" idx="2"/>
              </p:cNvCxnSpPr>
              <p:nvPr/>
            </p:nvCxnSpPr>
            <p:spPr>
              <a:xfrm>
                <a:off x="2783379" y="2873433"/>
                <a:ext cx="1781694" cy="23053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Rak pilkoppling 28">
                <a:extLst>
                  <a:ext uri="{FF2B5EF4-FFF2-40B4-BE49-F238E27FC236}">
                    <a16:creationId xmlns:a16="http://schemas.microsoft.com/office/drawing/2014/main" id="{CC540B6F-E2F1-8FBC-30D9-BC845956BB1C}"/>
                  </a:ext>
                </a:extLst>
              </p:cNvPr>
              <p:cNvCxnSpPr>
                <a:stCxn id="5" idx="6"/>
                <a:endCxn id="7" idx="2"/>
              </p:cNvCxnSpPr>
              <p:nvPr/>
            </p:nvCxnSpPr>
            <p:spPr>
              <a:xfrm flipV="1">
                <a:off x="2783379" y="2427317"/>
                <a:ext cx="1781694" cy="13632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Rak pilkoppling 30">
                <a:extLst>
                  <a:ext uri="{FF2B5EF4-FFF2-40B4-BE49-F238E27FC236}">
                    <a16:creationId xmlns:a16="http://schemas.microsoft.com/office/drawing/2014/main" id="{EC402295-60CC-D9A8-C77C-6DE011F478F1}"/>
                  </a:ext>
                </a:extLst>
              </p:cNvPr>
              <p:cNvCxnSpPr>
                <a:stCxn id="5" idx="6"/>
                <a:endCxn id="8" idx="2"/>
              </p:cNvCxnSpPr>
              <p:nvPr/>
            </p:nvCxnSpPr>
            <p:spPr>
              <a:xfrm flipV="1">
                <a:off x="2783379" y="3344488"/>
                <a:ext cx="1781694" cy="4461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Rak pilkoppling 32">
                <a:extLst>
                  <a:ext uri="{FF2B5EF4-FFF2-40B4-BE49-F238E27FC236}">
                    <a16:creationId xmlns:a16="http://schemas.microsoft.com/office/drawing/2014/main" id="{23F90438-AA95-3BF5-003C-2C0AC16633A3}"/>
                  </a:ext>
                </a:extLst>
              </p:cNvPr>
              <p:cNvCxnSpPr>
                <a:stCxn id="5" idx="6"/>
                <a:endCxn id="9" idx="2"/>
              </p:cNvCxnSpPr>
              <p:nvPr/>
            </p:nvCxnSpPr>
            <p:spPr>
              <a:xfrm>
                <a:off x="2783379" y="3790604"/>
                <a:ext cx="1781694" cy="4710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Rak pilkoppling 34">
                <a:extLst>
                  <a:ext uri="{FF2B5EF4-FFF2-40B4-BE49-F238E27FC236}">
                    <a16:creationId xmlns:a16="http://schemas.microsoft.com/office/drawing/2014/main" id="{F0510E95-2C31-517F-84E3-DA9FD1DA18C2}"/>
                  </a:ext>
                </a:extLst>
              </p:cNvPr>
              <p:cNvCxnSpPr>
                <a:stCxn id="5" idx="6"/>
                <a:endCxn id="10" idx="2"/>
              </p:cNvCxnSpPr>
              <p:nvPr/>
            </p:nvCxnSpPr>
            <p:spPr>
              <a:xfrm>
                <a:off x="2783379" y="3790604"/>
                <a:ext cx="1781694" cy="13882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Rak pilkoppling 36">
                <a:extLst>
                  <a:ext uri="{FF2B5EF4-FFF2-40B4-BE49-F238E27FC236}">
                    <a16:creationId xmlns:a16="http://schemas.microsoft.com/office/drawing/2014/main" id="{51D4DCC4-CAFD-3931-3B79-1DBFA435CB0E}"/>
                  </a:ext>
                </a:extLst>
              </p:cNvPr>
              <p:cNvCxnSpPr>
                <a:stCxn id="6" idx="6"/>
                <a:endCxn id="7" idx="2"/>
              </p:cNvCxnSpPr>
              <p:nvPr/>
            </p:nvCxnSpPr>
            <p:spPr>
              <a:xfrm flipV="1">
                <a:off x="2783379" y="2427317"/>
                <a:ext cx="1781694" cy="22804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Rak pilkoppling 38">
                <a:extLst>
                  <a:ext uri="{FF2B5EF4-FFF2-40B4-BE49-F238E27FC236}">
                    <a16:creationId xmlns:a16="http://schemas.microsoft.com/office/drawing/2014/main" id="{5D444B2C-D955-C13F-3E6C-26F1074ABCB3}"/>
                  </a:ext>
                </a:extLst>
              </p:cNvPr>
              <p:cNvCxnSpPr>
                <a:stCxn id="6" idx="6"/>
                <a:endCxn id="8" idx="2"/>
              </p:cNvCxnSpPr>
              <p:nvPr/>
            </p:nvCxnSpPr>
            <p:spPr>
              <a:xfrm flipV="1">
                <a:off x="2783379" y="3344488"/>
                <a:ext cx="1781694" cy="13632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Rak pilkoppling 40">
                <a:extLst>
                  <a:ext uri="{FF2B5EF4-FFF2-40B4-BE49-F238E27FC236}">
                    <a16:creationId xmlns:a16="http://schemas.microsoft.com/office/drawing/2014/main" id="{39B47199-E388-9132-06A6-FCA6252EB970}"/>
                  </a:ext>
                </a:extLst>
              </p:cNvPr>
              <p:cNvCxnSpPr>
                <a:stCxn id="6" idx="6"/>
                <a:endCxn id="9" idx="2"/>
              </p:cNvCxnSpPr>
              <p:nvPr/>
            </p:nvCxnSpPr>
            <p:spPr>
              <a:xfrm flipV="1">
                <a:off x="2783379" y="4261659"/>
                <a:ext cx="1781694" cy="4461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 name="Rak pilkoppling 42">
                <a:extLst>
                  <a:ext uri="{FF2B5EF4-FFF2-40B4-BE49-F238E27FC236}">
                    <a16:creationId xmlns:a16="http://schemas.microsoft.com/office/drawing/2014/main" id="{6CB1FA8F-7148-E19E-B724-CF366EA7F57E}"/>
                  </a:ext>
                </a:extLst>
              </p:cNvPr>
              <p:cNvCxnSpPr>
                <a:stCxn id="6" idx="6"/>
                <a:endCxn id="10" idx="2"/>
              </p:cNvCxnSpPr>
              <p:nvPr/>
            </p:nvCxnSpPr>
            <p:spPr>
              <a:xfrm>
                <a:off x="2783379" y="4707775"/>
                <a:ext cx="1781694" cy="4710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Rak pilkoppling 44">
                <a:extLst>
                  <a:ext uri="{FF2B5EF4-FFF2-40B4-BE49-F238E27FC236}">
                    <a16:creationId xmlns:a16="http://schemas.microsoft.com/office/drawing/2014/main" id="{2CAE2C54-4337-1CC5-D9F6-854282D2B251}"/>
                  </a:ext>
                </a:extLst>
              </p:cNvPr>
              <p:cNvCxnSpPr>
                <a:stCxn id="7" idx="6"/>
                <a:endCxn id="11" idx="2"/>
              </p:cNvCxnSpPr>
              <p:nvPr/>
            </p:nvCxnSpPr>
            <p:spPr>
              <a:xfrm>
                <a:off x="5205153" y="2427317"/>
                <a:ext cx="178169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Rak pilkoppling 46">
                <a:extLst>
                  <a:ext uri="{FF2B5EF4-FFF2-40B4-BE49-F238E27FC236}">
                    <a16:creationId xmlns:a16="http://schemas.microsoft.com/office/drawing/2014/main" id="{ACB7FB1D-1E7D-C1A5-E1F9-C75B12704A27}"/>
                  </a:ext>
                </a:extLst>
              </p:cNvPr>
              <p:cNvCxnSpPr>
                <a:stCxn id="7" idx="6"/>
                <a:endCxn id="12" idx="2"/>
              </p:cNvCxnSpPr>
              <p:nvPr/>
            </p:nvCxnSpPr>
            <p:spPr>
              <a:xfrm>
                <a:off x="5205153" y="2427317"/>
                <a:ext cx="1781694" cy="9171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Rak pilkoppling 48">
                <a:extLst>
                  <a:ext uri="{FF2B5EF4-FFF2-40B4-BE49-F238E27FC236}">
                    <a16:creationId xmlns:a16="http://schemas.microsoft.com/office/drawing/2014/main" id="{E8E2FD5A-51D7-2932-5C74-E34F5594146B}"/>
                  </a:ext>
                </a:extLst>
              </p:cNvPr>
              <p:cNvCxnSpPr>
                <a:stCxn id="7" idx="6"/>
                <a:endCxn id="13" idx="2"/>
              </p:cNvCxnSpPr>
              <p:nvPr/>
            </p:nvCxnSpPr>
            <p:spPr>
              <a:xfrm>
                <a:off x="5205153" y="2427317"/>
                <a:ext cx="1781694" cy="18343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1" name="Rak pilkoppling 50">
                <a:extLst>
                  <a:ext uri="{FF2B5EF4-FFF2-40B4-BE49-F238E27FC236}">
                    <a16:creationId xmlns:a16="http://schemas.microsoft.com/office/drawing/2014/main" id="{12C9074C-31DE-EF73-0506-3004C1775BF3}"/>
                  </a:ext>
                </a:extLst>
              </p:cNvPr>
              <p:cNvCxnSpPr>
                <a:stCxn id="7" idx="6"/>
                <a:endCxn id="14" idx="2"/>
              </p:cNvCxnSpPr>
              <p:nvPr/>
            </p:nvCxnSpPr>
            <p:spPr>
              <a:xfrm>
                <a:off x="5205153" y="2427317"/>
                <a:ext cx="1781694" cy="27515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Rak pilkoppling 52">
                <a:extLst>
                  <a:ext uri="{FF2B5EF4-FFF2-40B4-BE49-F238E27FC236}">
                    <a16:creationId xmlns:a16="http://schemas.microsoft.com/office/drawing/2014/main" id="{86EAB4CF-46C5-D81A-4A27-0F925977C332}"/>
                  </a:ext>
                </a:extLst>
              </p:cNvPr>
              <p:cNvCxnSpPr>
                <a:stCxn id="8" idx="6"/>
                <a:endCxn id="11" idx="2"/>
              </p:cNvCxnSpPr>
              <p:nvPr/>
            </p:nvCxnSpPr>
            <p:spPr>
              <a:xfrm flipV="1">
                <a:off x="5205153" y="2427317"/>
                <a:ext cx="1781694" cy="9171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Rak pilkoppling 54">
                <a:extLst>
                  <a:ext uri="{FF2B5EF4-FFF2-40B4-BE49-F238E27FC236}">
                    <a16:creationId xmlns:a16="http://schemas.microsoft.com/office/drawing/2014/main" id="{C8DDEA50-0AE8-3457-6D5F-E2F85224910A}"/>
                  </a:ext>
                </a:extLst>
              </p:cNvPr>
              <p:cNvCxnSpPr>
                <a:stCxn id="8" idx="6"/>
                <a:endCxn id="12" idx="2"/>
              </p:cNvCxnSpPr>
              <p:nvPr/>
            </p:nvCxnSpPr>
            <p:spPr>
              <a:xfrm>
                <a:off x="5205153" y="3344488"/>
                <a:ext cx="178169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7" name="Rak pilkoppling 56">
                <a:extLst>
                  <a:ext uri="{FF2B5EF4-FFF2-40B4-BE49-F238E27FC236}">
                    <a16:creationId xmlns:a16="http://schemas.microsoft.com/office/drawing/2014/main" id="{4244DF13-4DC4-8C70-CB37-592E853881B1}"/>
                  </a:ext>
                </a:extLst>
              </p:cNvPr>
              <p:cNvCxnSpPr>
                <a:stCxn id="8" idx="6"/>
                <a:endCxn id="13" idx="2"/>
              </p:cNvCxnSpPr>
              <p:nvPr/>
            </p:nvCxnSpPr>
            <p:spPr>
              <a:xfrm>
                <a:off x="5205153" y="3344488"/>
                <a:ext cx="1781694" cy="9171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Rak pilkoppling 58">
                <a:extLst>
                  <a:ext uri="{FF2B5EF4-FFF2-40B4-BE49-F238E27FC236}">
                    <a16:creationId xmlns:a16="http://schemas.microsoft.com/office/drawing/2014/main" id="{8E667980-1826-BBFC-0856-2360E3D1F168}"/>
                  </a:ext>
                </a:extLst>
              </p:cNvPr>
              <p:cNvCxnSpPr>
                <a:stCxn id="8" idx="6"/>
                <a:endCxn id="14" idx="2"/>
              </p:cNvCxnSpPr>
              <p:nvPr/>
            </p:nvCxnSpPr>
            <p:spPr>
              <a:xfrm>
                <a:off x="5205153" y="3344488"/>
                <a:ext cx="1781694" cy="18343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1" name="Rak pilkoppling 60">
                <a:extLst>
                  <a:ext uri="{FF2B5EF4-FFF2-40B4-BE49-F238E27FC236}">
                    <a16:creationId xmlns:a16="http://schemas.microsoft.com/office/drawing/2014/main" id="{9EE0D21B-FF56-5212-4310-5567B2303230}"/>
                  </a:ext>
                </a:extLst>
              </p:cNvPr>
              <p:cNvCxnSpPr>
                <a:stCxn id="9" idx="6"/>
                <a:endCxn id="11" idx="2"/>
              </p:cNvCxnSpPr>
              <p:nvPr/>
            </p:nvCxnSpPr>
            <p:spPr>
              <a:xfrm flipV="1">
                <a:off x="5205153" y="2427317"/>
                <a:ext cx="1781694" cy="18343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3" name="Rak pilkoppling 62">
                <a:extLst>
                  <a:ext uri="{FF2B5EF4-FFF2-40B4-BE49-F238E27FC236}">
                    <a16:creationId xmlns:a16="http://schemas.microsoft.com/office/drawing/2014/main" id="{806F2C6D-2B94-E699-1211-912A24758949}"/>
                  </a:ext>
                </a:extLst>
              </p:cNvPr>
              <p:cNvCxnSpPr>
                <a:stCxn id="9" idx="6"/>
                <a:endCxn id="12" idx="2"/>
              </p:cNvCxnSpPr>
              <p:nvPr/>
            </p:nvCxnSpPr>
            <p:spPr>
              <a:xfrm flipV="1">
                <a:off x="5205153" y="3344488"/>
                <a:ext cx="1781694" cy="9171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5" name="Rak pilkoppling 64">
                <a:extLst>
                  <a:ext uri="{FF2B5EF4-FFF2-40B4-BE49-F238E27FC236}">
                    <a16:creationId xmlns:a16="http://schemas.microsoft.com/office/drawing/2014/main" id="{52E17F99-3FB1-5F56-1EE6-F47A760DB7A4}"/>
                  </a:ext>
                </a:extLst>
              </p:cNvPr>
              <p:cNvCxnSpPr>
                <a:stCxn id="9" idx="6"/>
                <a:endCxn id="13" idx="2"/>
              </p:cNvCxnSpPr>
              <p:nvPr/>
            </p:nvCxnSpPr>
            <p:spPr>
              <a:xfrm>
                <a:off x="5205153" y="4261659"/>
                <a:ext cx="178169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7" name="Rak pilkoppling 66">
                <a:extLst>
                  <a:ext uri="{FF2B5EF4-FFF2-40B4-BE49-F238E27FC236}">
                    <a16:creationId xmlns:a16="http://schemas.microsoft.com/office/drawing/2014/main" id="{5BA1AC9E-0256-58C7-2783-66EEEBFB7EB6}"/>
                  </a:ext>
                </a:extLst>
              </p:cNvPr>
              <p:cNvCxnSpPr>
                <a:stCxn id="9" idx="6"/>
                <a:endCxn id="14" idx="2"/>
              </p:cNvCxnSpPr>
              <p:nvPr/>
            </p:nvCxnSpPr>
            <p:spPr>
              <a:xfrm>
                <a:off x="5205153" y="4261659"/>
                <a:ext cx="1781694" cy="9171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9" name="Rak pilkoppling 68">
                <a:extLst>
                  <a:ext uri="{FF2B5EF4-FFF2-40B4-BE49-F238E27FC236}">
                    <a16:creationId xmlns:a16="http://schemas.microsoft.com/office/drawing/2014/main" id="{A9E0C8DC-78F2-AA59-3CCA-8E2D48DF5776}"/>
                  </a:ext>
                </a:extLst>
              </p:cNvPr>
              <p:cNvCxnSpPr>
                <a:stCxn id="10" idx="6"/>
                <a:endCxn id="11" idx="2"/>
              </p:cNvCxnSpPr>
              <p:nvPr/>
            </p:nvCxnSpPr>
            <p:spPr>
              <a:xfrm flipV="1">
                <a:off x="5205153" y="2427317"/>
                <a:ext cx="1781694" cy="27515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1" name="Rak pilkoppling 70">
                <a:extLst>
                  <a:ext uri="{FF2B5EF4-FFF2-40B4-BE49-F238E27FC236}">
                    <a16:creationId xmlns:a16="http://schemas.microsoft.com/office/drawing/2014/main" id="{B43C0E55-2490-48AC-ED5F-315352538FA1}"/>
                  </a:ext>
                </a:extLst>
              </p:cNvPr>
              <p:cNvCxnSpPr>
                <a:stCxn id="10" idx="6"/>
                <a:endCxn id="12" idx="2"/>
              </p:cNvCxnSpPr>
              <p:nvPr/>
            </p:nvCxnSpPr>
            <p:spPr>
              <a:xfrm flipV="1">
                <a:off x="5205153" y="3344488"/>
                <a:ext cx="1781694" cy="18343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3" name="Rak pilkoppling 72">
                <a:extLst>
                  <a:ext uri="{FF2B5EF4-FFF2-40B4-BE49-F238E27FC236}">
                    <a16:creationId xmlns:a16="http://schemas.microsoft.com/office/drawing/2014/main" id="{D0401302-123E-CB6E-8ECC-64A1D8C385AD}"/>
                  </a:ext>
                </a:extLst>
              </p:cNvPr>
              <p:cNvCxnSpPr>
                <a:cxnSpLocks/>
                <a:stCxn id="10" idx="6"/>
                <a:endCxn id="13" idx="2"/>
              </p:cNvCxnSpPr>
              <p:nvPr/>
            </p:nvCxnSpPr>
            <p:spPr>
              <a:xfrm flipV="1">
                <a:off x="5205153" y="4261659"/>
                <a:ext cx="1781694" cy="9171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5" name="Rak pilkoppling 74">
                <a:extLst>
                  <a:ext uri="{FF2B5EF4-FFF2-40B4-BE49-F238E27FC236}">
                    <a16:creationId xmlns:a16="http://schemas.microsoft.com/office/drawing/2014/main" id="{7B5E5FC6-B959-E6C5-D459-4E653D7AA02D}"/>
                  </a:ext>
                </a:extLst>
              </p:cNvPr>
              <p:cNvCxnSpPr>
                <a:stCxn id="10" idx="6"/>
                <a:endCxn id="14" idx="2"/>
              </p:cNvCxnSpPr>
              <p:nvPr/>
            </p:nvCxnSpPr>
            <p:spPr>
              <a:xfrm>
                <a:off x="5205153" y="5178830"/>
                <a:ext cx="178169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8" name="Rak pilkoppling 77">
                <a:extLst>
                  <a:ext uri="{FF2B5EF4-FFF2-40B4-BE49-F238E27FC236}">
                    <a16:creationId xmlns:a16="http://schemas.microsoft.com/office/drawing/2014/main" id="{40AB4FB3-527B-F640-C00A-B366577F69E3}"/>
                  </a:ext>
                </a:extLst>
              </p:cNvPr>
              <p:cNvCxnSpPr>
                <a:stCxn id="11" idx="6"/>
                <a:endCxn id="15" idx="2"/>
              </p:cNvCxnSpPr>
              <p:nvPr/>
            </p:nvCxnSpPr>
            <p:spPr>
              <a:xfrm>
                <a:off x="7626927" y="2427317"/>
                <a:ext cx="1781694" cy="13632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0" name="Rak pilkoppling 79">
                <a:extLst>
                  <a:ext uri="{FF2B5EF4-FFF2-40B4-BE49-F238E27FC236}">
                    <a16:creationId xmlns:a16="http://schemas.microsoft.com/office/drawing/2014/main" id="{C41D3571-730D-B85A-CAD1-EBC8B929CADA}"/>
                  </a:ext>
                </a:extLst>
              </p:cNvPr>
              <p:cNvCxnSpPr>
                <a:stCxn id="12" idx="6"/>
                <a:endCxn id="15" idx="2"/>
              </p:cNvCxnSpPr>
              <p:nvPr/>
            </p:nvCxnSpPr>
            <p:spPr>
              <a:xfrm>
                <a:off x="7626927" y="3344488"/>
                <a:ext cx="1781694" cy="4461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2" name="Rak pilkoppling 81">
                <a:extLst>
                  <a:ext uri="{FF2B5EF4-FFF2-40B4-BE49-F238E27FC236}">
                    <a16:creationId xmlns:a16="http://schemas.microsoft.com/office/drawing/2014/main" id="{021143BD-2ED3-E3D8-7272-58750FAA9263}"/>
                  </a:ext>
                </a:extLst>
              </p:cNvPr>
              <p:cNvCxnSpPr>
                <a:stCxn id="13" idx="6"/>
                <a:endCxn id="15" idx="2"/>
              </p:cNvCxnSpPr>
              <p:nvPr/>
            </p:nvCxnSpPr>
            <p:spPr>
              <a:xfrm flipV="1">
                <a:off x="7626927" y="3790604"/>
                <a:ext cx="1781694" cy="4710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4" name="Rak pilkoppling 83">
                <a:extLst>
                  <a:ext uri="{FF2B5EF4-FFF2-40B4-BE49-F238E27FC236}">
                    <a16:creationId xmlns:a16="http://schemas.microsoft.com/office/drawing/2014/main" id="{A57A22C9-CE30-51AF-2BA8-09B628502545}"/>
                  </a:ext>
                </a:extLst>
              </p:cNvPr>
              <p:cNvCxnSpPr>
                <a:stCxn id="14" idx="6"/>
                <a:endCxn id="15" idx="2"/>
              </p:cNvCxnSpPr>
              <p:nvPr/>
            </p:nvCxnSpPr>
            <p:spPr>
              <a:xfrm flipV="1">
                <a:off x="7626927" y="3790604"/>
                <a:ext cx="1781694" cy="13882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90" name="Grupp 189">
              <a:extLst>
                <a:ext uri="{FF2B5EF4-FFF2-40B4-BE49-F238E27FC236}">
                  <a16:creationId xmlns:a16="http://schemas.microsoft.com/office/drawing/2014/main" id="{63BA85D4-9521-9BA4-3CFA-2623CE048CA1}"/>
                </a:ext>
              </a:extLst>
            </p:cNvPr>
            <p:cNvGrpSpPr/>
            <p:nvPr/>
          </p:nvGrpSpPr>
          <p:grpSpPr>
            <a:xfrm>
              <a:off x="3480733" y="3248004"/>
              <a:ext cx="3080780" cy="1321723"/>
              <a:chOff x="2142402" y="3389321"/>
              <a:chExt cx="3080780" cy="1321723"/>
            </a:xfrm>
          </p:grpSpPr>
          <p:sp>
            <p:nvSpPr>
              <p:cNvPr id="17" name="Ellips 16">
                <a:extLst>
                  <a:ext uri="{FF2B5EF4-FFF2-40B4-BE49-F238E27FC236}">
                    <a16:creationId xmlns:a16="http://schemas.microsoft.com/office/drawing/2014/main" id="{A8964701-9FB8-966F-C51F-905C771E8702}"/>
                  </a:ext>
                </a:extLst>
              </p:cNvPr>
              <p:cNvSpPr/>
              <p:nvPr/>
            </p:nvSpPr>
            <p:spPr>
              <a:xfrm>
                <a:off x="2142402" y="3563175"/>
                <a:ext cx="249443" cy="249443"/>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8" name="Ellips 17">
                <a:extLst>
                  <a:ext uri="{FF2B5EF4-FFF2-40B4-BE49-F238E27FC236}">
                    <a16:creationId xmlns:a16="http://schemas.microsoft.com/office/drawing/2014/main" id="{E9FFCC01-8F26-5066-C880-9F7E27DA5980}"/>
                  </a:ext>
                </a:extLst>
              </p:cNvPr>
              <p:cNvSpPr/>
              <p:nvPr/>
            </p:nvSpPr>
            <p:spPr>
              <a:xfrm>
                <a:off x="2142402" y="3920602"/>
                <a:ext cx="249443" cy="249443"/>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9" name="Ellips 18">
                <a:extLst>
                  <a:ext uri="{FF2B5EF4-FFF2-40B4-BE49-F238E27FC236}">
                    <a16:creationId xmlns:a16="http://schemas.microsoft.com/office/drawing/2014/main" id="{498FDD70-C00E-5F6B-7687-9764F7F61753}"/>
                  </a:ext>
                </a:extLst>
              </p:cNvPr>
              <p:cNvSpPr/>
              <p:nvPr/>
            </p:nvSpPr>
            <p:spPr>
              <a:xfrm>
                <a:off x="2142402" y="4278028"/>
                <a:ext cx="249443" cy="249443"/>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0" name="Ellips 19">
                <a:extLst>
                  <a:ext uri="{FF2B5EF4-FFF2-40B4-BE49-F238E27FC236}">
                    <a16:creationId xmlns:a16="http://schemas.microsoft.com/office/drawing/2014/main" id="{B1E12F8C-E204-ECC1-68C2-F92531ABD91B}"/>
                  </a:ext>
                </a:extLst>
              </p:cNvPr>
              <p:cNvSpPr/>
              <p:nvPr/>
            </p:nvSpPr>
            <p:spPr>
              <a:xfrm>
                <a:off x="3086181" y="3389321"/>
                <a:ext cx="249443" cy="249443"/>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2" name="Ellips 21">
                <a:extLst>
                  <a:ext uri="{FF2B5EF4-FFF2-40B4-BE49-F238E27FC236}">
                    <a16:creationId xmlns:a16="http://schemas.microsoft.com/office/drawing/2014/main" id="{433BE9ED-776E-869B-A0BB-FF8A2CCEC12D}"/>
                  </a:ext>
                </a:extLst>
              </p:cNvPr>
              <p:cNvSpPr/>
              <p:nvPr/>
            </p:nvSpPr>
            <p:spPr>
              <a:xfrm>
                <a:off x="3086181" y="3746748"/>
                <a:ext cx="249443" cy="249443"/>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4" name="Ellips 23">
                <a:extLst>
                  <a:ext uri="{FF2B5EF4-FFF2-40B4-BE49-F238E27FC236}">
                    <a16:creationId xmlns:a16="http://schemas.microsoft.com/office/drawing/2014/main" id="{F258E64D-D7CA-FC85-8ED6-3BDFB518C8DB}"/>
                  </a:ext>
                </a:extLst>
              </p:cNvPr>
              <p:cNvSpPr/>
              <p:nvPr/>
            </p:nvSpPr>
            <p:spPr>
              <a:xfrm>
                <a:off x="3086181" y="4104174"/>
                <a:ext cx="249443" cy="249443"/>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6" name="Ellips 25">
                <a:extLst>
                  <a:ext uri="{FF2B5EF4-FFF2-40B4-BE49-F238E27FC236}">
                    <a16:creationId xmlns:a16="http://schemas.microsoft.com/office/drawing/2014/main" id="{6EEFFA28-6B9C-5E7A-899B-E93783844E87}"/>
                  </a:ext>
                </a:extLst>
              </p:cNvPr>
              <p:cNvSpPr/>
              <p:nvPr/>
            </p:nvSpPr>
            <p:spPr>
              <a:xfrm>
                <a:off x="3086181" y="4461601"/>
                <a:ext cx="249443" cy="249443"/>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8" name="Ellips 27">
                <a:extLst>
                  <a:ext uri="{FF2B5EF4-FFF2-40B4-BE49-F238E27FC236}">
                    <a16:creationId xmlns:a16="http://schemas.microsoft.com/office/drawing/2014/main" id="{7A5BE8ED-FB5B-1200-8186-2DDAA31B702F}"/>
                  </a:ext>
                </a:extLst>
              </p:cNvPr>
              <p:cNvSpPr/>
              <p:nvPr/>
            </p:nvSpPr>
            <p:spPr>
              <a:xfrm>
                <a:off x="4029960" y="3389321"/>
                <a:ext cx="249443" cy="249443"/>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30" name="Ellips 29">
                <a:extLst>
                  <a:ext uri="{FF2B5EF4-FFF2-40B4-BE49-F238E27FC236}">
                    <a16:creationId xmlns:a16="http://schemas.microsoft.com/office/drawing/2014/main" id="{B6AA4AD1-A7DC-2789-7122-E0B910CA0360}"/>
                  </a:ext>
                </a:extLst>
              </p:cNvPr>
              <p:cNvSpPr/>
              <p:nvPr/>
            </p:nvSpPr>
            <p:spPr>
              <a:xfrm>
                <a:off x="4029960" y="3746748"/>
                <a:ext cx="249443" cy="249443"/>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32" name="Ellips 31">
                <a:extLst>
                  <a:ext uri="{FF2B5EF4-FFF2-40B4-BE49-F238E27FC236}">
                    <a16:creationId xmlns:a16="http://schemas.microsoft.com/office/drawing/2014/main" id="{D726A525-89F2-B118-C61A-F5215992D36E}"/>
                  </a:ext>
                </a:extLst>
              </p:cNvPr>
              <p:cNvSpPr/>
              <p:nvPr/>
            </p:nvSpPr>
            <p:spPr>
              <a:xfrm>
                <a:off x="4029960" y="4104174"/>
                <a:ext cx="249443" cy="249443"/>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34" name="Ellips 33">
                <a:extLst>
                  <a:ext uri="{FF2B5EF4-FFF2-40B4-BE49-F238E27FC236}">
                    <a16:creationId xmlns:a16="http://schemas.microsoft.com/office/drawing/2014/main" id="{78F7CF08-EED2-76E6-6A11-89B317F1AF09}"/>
                  </a:ext>
                </a:extLst>
              </p:cNvPr>
              <p:cNvSpPr/>
              <p:nvPr/>
            </p:nvSpPr>
            <p:spPr>
              <a:xfrm>
                <a:off x="4029960" y="4461601"/>
                <a:ext cx="249443" cy="249443"/>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36" name="Ellips 35">
                <a:extLst>
                  <a:ext uri="{FF2B5EF4-FFF2-40B4-BE49-F238E27FC236}">
                    <a16:creationId xmlns:a16="http://schemas.microsoft.com/office/drawing/2014/main" id="{B1903AEE-BF83-74EE-7877-559AA299231F}"/>
                  </a:ext>
                </a:extLst>
              </p:cNvPr>
              <p:cNvSpPr/>
              <p:nvPr/>
            </p:nvSpPr>
            <p:spPr>
              <a:xfrm>
                <a:off x="4973739" y="3746748"/>
                <a:ext cx="249443" cy="249443"/>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cxnSp>
            <p:nvCxnSpPr>
              <p:cNvPr id="38" name="Rak pilkoppling 37">
                <a:extLst>
                  <a:ext uri="{FF2B5EF4-FFF2-40B4-BE49-F238E27FC236}">
                    <a16:creationId xmlns:a16="http://schemas.microsoft.com/office/drawing/2014/main" id="{88C33EF4-8B62-E813-C9CA-D87FF5DB4AE2}"/>
                  </a:ext>
                </a:extLst>
              </p:cNvPr>
              <p:cNvCxnSpPr>
                <a:stCxn id="17" idx="6"/>
                <a:endCxn id="20" idx="2"/>
              </p:cNvCxnSpPr>
              <p:nvPr/>
            </p:nvCxnSpPr>
            <p:spPr>
              <a:xfrm flipV="1">
                <a:off x="2391845" y="3514042"/>
                <a:ext cx="694336" cy="1738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Rak pilkoppling 39">
                <a:extLst>
                  <a:ext uri="{FF2B5EF4-FFF2-40B4-BE49-F238E27FC236}">
                    <a16:creationId xmlns:a16="http://schemas.microsoft.com/office/drawing/2014/main" id="{0DEBE88B-04E5-0ED7-44FA-35A78FF7710E}"/>
                  </a:ext>
                </a:extLst>
              </p:cNvPr>
              <p:cNvCxnSpPr>
                <a:stCxn id="17" idx="6"/>
                <a:endCxn id="22" idx="2"/>
              </p:cNvCxnSpPr>
              <p:nvPr/>
            </p:nvCxnSpPr>
            <p:spPr>
              <a:xfrm>
                <a:off x="2391845" y="3687896"/>
                <a:ext cx="694336" cy="1835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Rak pilkoppling 41">
                <a:extLst>
                  <a:ext uri="{FF2B5EF4-FFF2-40B4-BE49-F238E27FC236}">
                    <a16:creationId xmlns:a16="http://schemas.microsoft.com/office/drawing/2014/main" id="{F0F84679-2468-46FB-12EA-ECEDE6C53B61}"/>
                  </a:ext>
                </a:extLst>
              </p:cNvPr>
              <p:cNvCxnSpPr>
                <a:stCxn id="17" idx="6"/>
                <a:endCxn id="24" idx="2"/>
              </p:cNvCxnSpPr>
              <p:nvPr/>
            </p:nvCxnSpPr>
            <p:spPr>
              <a:xfrm>
                <a:off x="2391845" y="3687896"/>
                <a:ext cx="694336" cy="541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Rak pilkoppling 43">
                <a:extLst>
                  <a:ext uri="{FF2B5EF4-FFF2-40B4-BE49-F238E27FC236}">
                    <a16:creationId xmlns:a16="http://schemas.microsoft.com/office/drawing/2014/main" id="{6973ABB5-F56B-7028-937C-3A1F76A711DC}"/>
                  </a:ext>
                </a:extLst>
              </p:cNvPr>
              <p:cNvCxnSpPr>
                <a:stCxn id="17" idx="6"/>
                <a:endCxn id="26" idx="2"/>
              </p:cNvCxnSpPr>
              <p:nvPr/>
            </p:nvCxnSpPr>
            <p:spPr>
              <a:xfrm>
                <a:off x="2391845" y="3687896"/>
                <a:ext cx="694336" cy="8984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Rak pilkoppling 45">
                <a:extLst>
                  <a:ext uri="{FF2B5EF4-FFF2-40B4-BE49-F238E27FC236}">
                    <a16:creationId xmlns:a16="http://schemas.microsoft.com/office/drawing/2014/main" id="{855791DF-645B-D1CF-5A77-72C6E98A5D85}"/>
                  </a:ext>
                </a:extLst>
              </p:cNvPr>
              <p:cNvCxnSpPr>
                <a:stCxn id="18" idx="6"/>
                <a:endCxn id="20" idx="2"/>
              </p:cNvCxnSpPr>
              <p:nvPr/>
            </p:nvCxnSpPr>
            <p:spPr>
              <a:xfrm flipV="1">
                <a:off x="2391845" y="3514042"/>
                <a:ext cx="694336" cy="5312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8" name="Rak pilkoppling 47">
                <a:extLst>
                  <a:ext uri="{FF2B5EF4-FFF2-40B4-BE49-F238E27FC236}">
                    <a16:creationId xmlns:a16="http://schemas.microsoft.com/office/drawing/2014/main" id="{E52AE30F-D265-145F-A9CB-BF5CBE273871}"/>
                  </a:ext>
                </a:extLst>
              </p:cNvPr>
              <p:cNvCxnSpPr>
                <a:stCxn id="18" idx="6"/>
                <a:endCxn id="22" idx="2"/>
              </p:cNvCxnSpPr>
              <p:nvPr/>
            </p:nvCxnSpPr>
            <p:spPr>
              <a:xfrm flipV="1">
                <a:off x="2391845" y="3871469"/>
                <a:ext cx="694336" cy="1738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 name="Rak pilkoppling 49">
                <a:extLst>
                  <a:ext uri="{FF2B5EF4-FFF2-40B4-BE49-F238E27FC236}">
                    <a16:creationId xmlns:a16="http://schemas.microsoft.com/office/drawing/2014/main" id="{2F11BC7B-D9A9-6FBD-50CF-961E26B5DFCE}"/>
                  </a:ext>
                </a:extLst>
              </p:cNvPr>
              <p:cNvCxnSpPr>
                <a:stCxn id="18" idx="6"/>
                <a:endCxn id="24" idx="2"/>
              </p:cNvCxnSpPr>
              <p:nvPr/>
            </p:nvCxnSpPr>
            <p:spPr>
              <a:xfrm>
                <a:off x="2391845" y="4045323"/>
                <a:ext cx="694336" cy="1835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2" name="Rak pilkoppling 51">
                <a:extLst>
                  <a:ext uri="{FF2B5EF4-FFF2-40B4-BE49-F238E27FC236}">
                    <a16:creationId xmlns:a16="http://schemas.microsoft.com/office/drawing/2014/main" id="{BB65781F-F899-7810-62AA-93A3E06B2B99}"/>
                  </a:ext>
                </a:extLst>
              </p:cNvPr>
              <p:cNvCxnSpPr>
                <a:stCxn id="18" idx="6"/>
                <a:endCxn id="26" idx="2"/>
              </p:cNvCxnSpPr>
              <p:nvPr/>
            </p:nvCxnSpPr>
            <p:spPr>
              <a:xfrm>
                <a:off x="2391845" y="4045323"/>
                <a:ext cx="694336" cy="541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 name="Rak pilkoppling 53">
                <a:extLst>
                  <a:ext uri="{FF2B5EF4-FFF2-40B4-BE49-F238E27FC236}">
                    <a16:creationId xmlns:a16="http://schemas.microsoft.com/office/drawing/2014/main" id="{D81616D1-6143-F60B-B2DF-3791100ADEFC}"/>
                  </a:ext>
                </a:extLst>
              </p:cNvPr>
              <p:cNvCxnSpPr>
                <a:stCxn id="19" idx="6"/>
                <a:endCxn id="20" idx="2"/>
              </p:cNvCxnSpPr>
              <p:nvPr/>
            </p:nvCxnSpPr>
            <p:spPr>
              <a:xfrm flipV="1">
                <a:off x="2391845" y="3514042"/>
                <a:ext cx="694336" cy="88870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 name="Rak pilkoppling 55">
                <a:extLst>
                  <a:ext uri="{FF2B5EF4-FFF2-40B4-BE49-F238E27FC236}">
                    <a16:creationId xmlns:a16="http://schemas.microsoft.com/office/drawing/2014/main" id="{F753C3E5-3C4A-6F39-E77B-A283C0125AFE}"/>
                  </a:ext>
                </a:extLst>
              </p:cNvPr>
              <p:cNvCxnSpPr>
                <a:stCxn id="19" idx="6"/>
                <a:endCxn id="22" idx="2"/>
              </p:cNvCxnSpPr>
              <p:nvPr/>
            </p:nvCxnSpPr>
            <p:spPr>
              <a:xfrm flipV="1">
                <a:off x="2391845" y="3871469"/>
                <a:ext cx="694336" cy="5312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8" name="Rak pilkoppling 57">
                <a:extLst>
                  <a:ext uri="{FF2B5EF4-FFF2-40B4-BE49-F238E27FC236}">
                    <a16:creationId xmlns:a16="http://schemas.microsoft.com/office/drawing/2014/main" id="{20E3630B-D1E9-4535-C9FD-2E2C56E8707F}"/>
                  </a:ext>
                </a:extLst>
              </p:cNvPr>
              <p:cNvCxnSpPr>
                <a:stCxn id="19" idx="6"/>
                <a:endCxn id="24" idx="2"/>
              </p:cNvCxnSpPr>
              <p:nvPr/>
            </p:nvCxnSpPr>
            <p:spPr>
              <a:xfrm flipV="1">
                <a:off x="2391845" y="4228896"/>
                <a:ext cx="694336" cy="1738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0" name="Rak pilkoppling 59">
                <a:extLst>
                  <a:ext uri="{FF2B5EF4-FFF2-40B4-BE49-F238E27FC236}">
                    <a16:creationId xmlns:a16="http://schemas.microsoft.com/office/drawing/2014/main" id="{878AE0F5-F4B4-F256-4E21-D02398A4AEF8}"/>
                  </a:ext>
                </a:extLst>
              </p:cNvPr>
              <p:cNvCxnSpPr>
                <a:stCxn id="19" idx="6"/>
                <a:endCxn id="26" idx="2"/>
              </p:cNvCxnSpPr>
              <p:nvPr/>
            </p:nvCxnSpPr>
            <p:spPr>
              <a:xfrm>
                <a:off x="2391845" y="4402750"/>
                <a:ext cx="694336" cy="1835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2" name="Rak pilkoppling 61">
                <a:extLst>
                  <a:ext uri="{FF2B5EF4-FFF2-40B4-BE49-F238E27FC236}">
                    <a16:creationId xmlns:a16="http://schemas.microsoft.com/office/drawing/2014/main" id="{B64C760F-D227-FF06-C00F-1544F212C281}"/>
                  </a:ext>
                </a:extLst>
              </p:cNvPr>
              <p:cNvCxnSpPr>
                <a:stCxn id="20" idx="6"/>
                <a:endCxn id="28" idx="2"/>
              </p:cNvCxnSpPr>
              <p:nvPr/>
            </p:nvCxnSpPr>
            <p:spPr>
              <a:xfrm>
                <a:off x="3335624" y="3514042"/>
                <a:ext cx="69433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4" name="Rak pilkoppling 63">
                <a:extLst>
                  <a:ext uri="{FF2B5EF4-FFF2-40B4-BE49-F238E27FC236}">
                    <a16:creationId xmlns:a16="http://schemas.microsoft.com/office/drawing/2014/main" id="{5C9A1DC0-1E48-D1C9-08FD-DDDA9F84D5B7}"/>
                  </a:ext>
                </a:extLst>
              </p:cNvPr>
              <p:cNvCxnSpPr>
                <a:stCxn id="20" idx="6"/>
                <a:endCxn id="30" idx="2"/>
              </p:cNvCxnSpPr>
              <p:nvPr/>
            </p:nvCxnSpPr>
            <p:spPr>
              <a:xfrm>
                <a:off x="3335624" y="3514042"/>
                <a:ext cx="694336" cy="3574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6" name="Rak pilkoppling 65">
                <a:extLst>
                  <a:ext uri="{FF2B5EF4-FFF2-40B4-BE49-F238E27FC236}">
                    <a16:creationId xmlns:a16="http://schemas.microsoft.com/office/drawing/2014/main" id="{F171CFAE-5B1C-ADAA-6CCD-3052CA980206}"/>
                  </a:ext>
                </a:extLst>
              </p:cNvPr>
              <p:cNvCxnSpPr>
                <a:stCxn id="20" idx="6"/>
                <a:endCxn id="32" idx="2"/>
              </p:cNvCxnSpPr>
              <p:nvPr/>
            </p:nvCxnSpPr>
            <p:spPr>
              <a:xfrm>
                <a:off x="3335624" y="3514042"/>
                <a:ext cx="694336" cy="7148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8" name="Rak pilkoppling 67">
                <a:extLst>
                  <a:ext uri="{FF2B5EF4-FFF2-40B4-BE49-F238E27FC236}">
                    <a16:creationId xmlns:a16="http://schemas.microsoft.com/office/drawing/2014/main" id="{A69FAC94-612C-9B9E-A831-6863971DDC86}"/>
                  </a:ext>
                </a:extLst>
              </p:cNvPr>
              <p:cNvCxnSpPr>
                <a:stCxn id="20" idx="6"/>
                <a:endCxn id="34" idx="2"/>
              </p:cNvCxnSpPr>
              <p:nvPr/>
            </p:nvCxnSpPr>
            <p:spPr>
              <a:xfrm>
                <a:off x="3335624" y="3514042"/>
                <a:ext cx="694336" cy="10722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0" name="Rak pilkoppling 69">
                <a:extLst>
                  <a:ext uri="{FF2B5EF4-FFF2-40B4-BE49-F238E27FC236}">
                    <a16:creationId xmlns:a16="http://schemas.microsoft.com/office/drawing/2014/main" id="{049B8FE1-5849-519D-C53E-52945B24D8F9}"/>
                  </a:ext>
                </a:extLst>
              </p:cNvPr>
              <p:cNvCxnSpPr>
                <a:stCxn id="22" idx="6"/>
                <a:endCxn id="28" idx="2"/>
              </p:cNvCxnSpPr>
              <p:nvPr/>
            </p:nvCxnSpPr>
            <p:spPr>
              <a:xfrm flipV="1">
                <a:off x="3335624" y="3514042"/>
                <a:ext cx="694336" cy="3574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2" name="Rak pilkoppling 71">
                <a:extLst>
                  <a:ext uri="{FF2B5EF4-FFF2-40B4-BE49-F238E27FC236}">
                    <a16:creationId xmlns:a16="http://schemas.microsoft.com/office/drawing/2014/main" id="{E269CB83-4ABA-6BC5-2581-7BC98D66FC8E}"/>
                  </a:ext>
                </a:extLst>
              </p:cNvPr>
              <p:cNvCxnSpPr>
                <a:stCxn id="22" idx="6"/>
                <a:endCxn id="30" idx="2"/>
              </p:cNvCxnSpPr>
              <p:nvPr/>
            </p:nvCxnSpPr>
            <p:spPr>
              <a:xfrm>
                <a:off x="3335624" y="3871469"/>
                <a:ext cx="69433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4" name="Rak pilkoppling 73">
                <a:extLst>
                  <a:ext uri="{FF2B5EF4-FFF2-40B4-BE49-F238E27FC236}">
                    <a16:creationId xmlns:a16="http://schemas.microsoft.com/office/drawing/2014/main" id="{0AF2D788-64D9-82C0-8555-F3B86DEA30C5}"/>
                  </a:ext>
                </a:extLst>
              </p:cNvPr>
              <p:cNvCxnSpPr>
                <a:stCxn id="22" idx="6"/>
                <a:endCxn id="32" idx="2"/>
              </p:cNvCxnSpPr>
              <p:nvPr/>
            </p:nvCxnSpPr>
            <p:spPr>
              <a:xfrm>
                <a:off x="3335624" y="3871469"/>
                <a:ext cx="694336" cy="3574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6" name="Rak pilkoppling 75">
                <a:extLst>
                  <a:ext uri="{FF2B5EF4-FFF2-40B4-BE49-F238E27FC236}">
                    <a16:creationId xmlns:a16="http://schemas.microsoft.com/office/drawing/2014/main" id="{1092CAA4-F7B1-8116-7E4B-DB24AD74E744}"/>
                  </a:ext>
                </a:extLst>
              </p:cNvPr>
              <p:cNvCxnSpPr>
                <a:stCxn id="22" idx="6"/>
                <a:endCxn id="34" idx="2"/>
              </p:cNvCxnSpPr>
              <p:nvPr/>
            </p:nvCxnSpPr>
            <p:spPr>
              <a:xfrm>
                <a:off x="3335624" y="3871469"/>
                <a:ext cx="694336" cy="7148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7" name="Rak pilkoppling 76">
                <a:extLst>
                  <a:ext uri="{FF2B5EF4-FFF2-40B4-BE49-F238E27FC236}">
                    <a16:creationId xmlns:a16="http://schemas.microsoft.com/office/drawing/2014/main" id="{C007D972-E800-0A6E-080B-0B9432195C17}"/>
                  </a:ext>
                </a:extLst>
              </p:cNvPr>
              <p:cNvCxnSpPr>
                <a:stCxn id="24" idx="6"/>
                <a:endCxn id="28" idx="2"/>
              </p:cNvCxnSpPr>
              <p:nvPr/>
            </p:nvCxnSpPr>
            <p:spPr>
              <a:xfrm flipV="1">
                <a:off x="3335624" y="3514042"/>
                <a:ext cx="694336" cy="7148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9" name="Rak pilkoppling 78">
                <a:extLst>
                  <a:ext uri="{FF2B5EF4-FFF2-40B4-BE49-F238E27FC236}">
                    <a16:creationId xmlns:a16="http://schemas.microsoft.com/office/drawing/2014/main" id="{0A2B691D-5C76-FF38-3E6B-0FC04620A79F}"/>
                  </a:ext>
                </a:extLst>
              </p:cNvPr>
              <p:cNvCxnSpPr>
                <a:stCxn id="24" idx="6"/>
                <a:endCxn id="30" idx="2"/>
              </p:cNvCxnSpPr>
              <p:nvPr/>
            </p:nvCxnSpPr>
            <p:spPr>
              <a:xfrm flipV="1">
                <a:off x="3335624" y="3871469"/>
                <a:ext cx="694336" cy="3574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1" name="Rak pilkoppling 80">
                <a:extLst>
                  <a:ext uri="{FF2B5EF4-FFF2-40B4-BE49-F238E27FC236}">
                    <a16:creationId xmlns:a16="http://schemas.microsoft.com/office/drawing/2014/main" id="{698AEAE1-90AF-FFF3-7B63-E132B8452434}"/>
                  </a:ext>
                </a:extLst>
              </p:cNvPr>
              <p:cNvCxnSpPr>
                <a:stCxn id="24" idx="6"/>
                <a:endCxn id="32" idx="2"/>
              </p:cNvCxnSpPr>
              <p:nvPr/>
            </p:nvCxnSpPr>
            <p:spPr>
              <a:xfrm>
                <a:off x="3335624" y="4228896"/>
                <a:ext cx="69433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3" name="Rak pilkoppling 82">
                <a:extLst>
                  <a:ext uri="{FF2B5EF4-FFF2-40B4-BE49-F238E27FC236}">
                    <a16:creationId xmlns:a16="http://schemas.microsoft.com/office/drawing/2014/main" id="{AC306070-7153-5A94-5741-DE3E8A553AC1}"/>
                  </a:ext>
                </a:extLst>
              </p:cNvPr>
              <p:cNvCxnSpPr>
                <a:stCxn id="24" idx="6"/>
                <a:endCxn id="34" idx="2"/>
              </p:cNvCxnSpPr>
              <p:nvPr/>
            </p:nvCxnSpPr>
            <p:spPr>
              <a:xfrm>
                <a:off x="3335624" y="4228896"/>
                <a:ext cx="694336" cy="3574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5" name="Rak pilkoppling 84">
                <a:extLst>
                  <a:ext uri="{FF2B5EF4-FFF2-40B4-BE49-F238E27FC236}">
                    <a16:creationId xmlns:a16="http://schemas.microsoft.com/office/drawing/2014/main" id="{A1E6A7DD-F0DE-493B-7FE4-B269FBB6350E}"/>
                  </a:ext>
                </a:extLst>
              </p:cNvPr>
              <p:cNvCxnSpPr>
                <a:stCxn id="26" idx="6"/>
                <a:endCxn id="28" idx="2"/>
              </p:cNvCxnSpPr>
              <p:nvPr/>
            </p:nvCxnSpPr>
            <p:spPr>
              <a:xfrm flipV="1">
                <a:off x="3335624" y="3514042"/>
                <a:ext cx="694336" cy="10722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6" name="Rak pilkoppling 85">
                <a:extLst>
                  <a:ext uri="{FF2B5EF4-FFF2-40B4-BE49-F238E27FC236}">
                    <a16:creationId xmlns:a16="http://schemas.microsoft.com/office/drawing/2014/main" id="{F801BD4D-FC3B-6C82-D59E-E0C239782B08}"/>
                  </a:ext>
                </a:extLst>
              </p:cNvPr>
              <p:cNvCxnSpPr>
                <a:stCxn id="26" idx="6"/>
                <a:endCxn id="30" idx="2"/>
              </p:cNvCxnSpPr>
              <p:nvPr/>
            </p:nvCxnSpPr>
            <p:spPr>
              <a:xfrm flipV="1">
                <a:off x="3335624" y="3871469"/>
                <a:ext cx="694336" cy="7148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7" name="Rak pilkoppling 86">
                <a:extLst>
                  <a:ext uri="{FF2B5EF4-FFF2-40B4-BE49-F238E27FC236}">
                    <a16:creationId xmlns:a16="http://schemas.microsoft.com/office/drawing/2014/main" id="{D1B9F3B2-E01B-1E3E-B7C8-228B4941FCE4}"/>
                  </a:ext>
                </a:extLst>
              </p:cNvPr>
              <p:cNvCxnSpPr>
                <a:cxnSpLocks/>
                <a:stCxn id="26" idx="6"/>
                <a:endCxn id="32" idx="2"/>
              </p:cNvCxnSpPr>
              <p:nvPr/>
            </p:nvCxnSpPr>
            <p:spPr>
              <a:xfrm flipV="1">
                <a:off x="3335624" y="4228896"/>
                <a:ext cx="694336" cy="3574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8" name="Rak pilkoppling 87">
                <a:extLst>
                  <a:ext uri="{FF2B5EF4-FFF2-40B4-BE49-F238E27FC236}">
                    <a16:creationId xmlns:a16="http://schemas.microsoft.com/office/drawing/2014/main" id="{D7DA01FE-077E-33BD-562C-FD4FA5B44563}"/>
                  </a:ext>
                </a:extLst>
              </p:cNvPr>
              <p:cNvCxnSpPr>
                <a:stCxn id="26" idx="6"/>
                <a:endCxn id="34" idx="2"/>
              </p:cNvCxnSpPr>
              <p:nvPr/>
            </p:nvCxnSpPr>
            <p:spPr>
              <a:xfrm>
                <a:off x="3335624" y="4586323"/>
                <a:ext cx="69433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9" name="Rak pilkoppling 88">
                <a:extLst>
                  <a:ext uri="{FF2B5EF4-FFF2-40B4-BE49-F238E27FC236}">
                    <a16:creationId xmlns:a16="http://schemas.microsoft.com/office/drawing/2014/main" id="{A72B7FD9-F90B-3EB8-502C-254E9DC5DF62}"/>
                  </a:ext>
                </a:extLst>
              </p:cNvPr>
              <p:cNvCxnSpPr>
                <a:stCxn id="28" idx="6"/>
                <a:endCxn id="36" idx="2"/>
              </p:cNvCxnSpPr>
              <p:nvPr/>
            </p:nvCxnSpPr>
            <p:spPr>
              <a:xfrm>
                <a:off x="4279403" y="3514043"/>
                <a:ext cx="694336" cy="3574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0" name="Rak pilkoppling 89">
                <a:extLst>
                  <a:ext uri="{FF2B5EF4-FFF2-40B4-BE49-F238E27FC236}">
                    <a16:creationId xmlns:a16="http://schemas.microsoft.com/office/drawing/2014/main" id="{C4C296E2-9EBF-E3A9-ECC1-43C69A88950D}"/>
                  </a:ext>
                </a:extLst>
              </p:cNvPr>
              <p:cNvCxnSpPr>
                <a:stCxn id="30" idx="6"/>
                <a:endCxn id="36" idx="2"/>
              </p:cNvCxnSpPr>
              <p:nvPr/>
            </p:nvCxnSpPr>
            <p:spPr>
              <a:xfrm>
                <a:off x="4279403" y="3871470"/>
                <a:ext cx="69433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1" name="Rak pilkoppling 90">
                <a:extLst>
                  <a:ext uri="{FF2B5EF4-FFF2-40B4-BE49-F238E27FC236}">
                    <a16:creationId xmlns:a16="http://schemas.microsoft.com/office/drawing/2014/main" id="{8289BC3B-FAA3-7AE2-1F8C-0474BCC59D25}"/>
                  </a:ext>
                </a:extLst>
              </p:cNvPr>
              <p:cNvCxnSpPr>
                <a:stCxn id="32" idx="6"/>
                <a:endCxn id="36" idx="2"/>
              </p:cNvCxnSpPr>
              <p:nvPr/>
            </p:nvCxnSpPr>
            <p:spPr>
              <a:xfrm flipV="1">
                <a:off x="4279403" y="3871470"/>
                <a:ext cx="694336" cy="3574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2" name="Rak pilkoppling 91">
                <a:extLst>
                  <a:ext uri="{FF2B5EF4-FFF2-40B4-BE49-F238E27FC236}">
                    <a16:creationId xmlns:a16="http://schemas.microsoft.com/office/drawing/2014/main" id="{1742FA15-342E-0C63-3D15-601C5C12055F}"/>
                  </a:ext>
                </a:extLst>
              </p:cNvPr>
              <p:cNvCxnSpPr>
                <a:stCxn id="34" idx="6"/>
                <a:endCxn id="36" idx="2"/>
              </p:cNvCxnSpPr>
              <p:nvPr/>
            </p:nvCxnSpPr>
            <p:spPr>
              <a:xfrm flipV="1">
                <a:off x="4279403" y="3871470"/>
                <a:ext cx="694336" cy="7148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2" name="Ellips 141">
                <a:extLst>
                  <a:ext uri="{FF2B5EF4-FFF2-40B4-BE49-F238E27FC236}">
                    <a16:creationId xmlns:a16="http://schemas.microsoft.com/office/drawing/2014/main" id="{52BD2B10-F9A2-00BE-D38E-FA00958178AE}"/>
                  </a:ext>
                </a:extLst>
              </p:cNvPr>
              <p:cNvSpPr/>
              <p:nvPr/>
            </p:nvSpPr>
            <p:spPr>
              <a:xfrm>
                <a:off x="4973739" y="4107079"/>
                <a:ext cx="249443" cy="249443"/>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cxnSp>
            <p:nvCxnSpPr>
              <p:cNvPr id="143" name="Rak pilkoppling 142">
                <a:extLst>
                  <a:ext uri="{FF2B5EF4-FFF2-40B4-BE49-F238E27FC236}">
                    <a16:creationId xmlns:a16="http://schemas.microsoft.com/office/drawing/2014/main" id="{D8F61735-1F66-25C6-19F5-ABB044CDE056}"/>
                  </a:ext>
                </a:extLst>
              </p:cNvPr>
              <p:cNvCxnSpPr>
                <a:cxnSpLocks/>
                <a:stCxn id="28" idx="6"/>
                <a:endCxn id="142" idx="2"/>
              </p:cNvCxnSpPr>
              <p:nvPr/>
            </p:nvCxnSpPr>
            <p:spPr>
              <a:xfrm>
                <a:off x="4279403" y="3514043"/>
                <a:ext cx="694336" cy="7177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6" name="Rak pilkoppling 145">
                <a:extLst>
                  <a:ext uri="{FF2B5EF4-FFF2-40B4-BE49-F238E27FC236}">
                    <a16:creationId xmlns:a16="http://schemas.microsoft.com/office/drawing/2014/main" id="{3D695F44-EE47-723C-EB75-1EEF1F032ABA}"/>
                  </a:ext>
                </a:extLst>
              </p:cNvPr>
              <p:cNvCxnSpPr>
                <a:cxnSpLocks/>
                <a:stCxn id="30" idx="6"/>
                <a:endCxn id="142" idx="2"/>
              </p:cNvCxnSpPr>
              <p:nvPr/>
            </p:nvCxnSpPr>
            <p:spPr>
              <a:xfrm>
                <a:off x="4279403" y="3871470"/>
                <a:ext cx="694336" cy="3603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9" name="Rak pilkoppling 148">
                <a:extLst>
                  <a:ext uri="{FF2B5EF4-FFF2-40B4-BE49-F238E27FC236}">
                    <a16:creationId xmlns:a16="http://schemas.microsoft.com/office/drawing/2014/main" id="{2692C38F-5ABE-D363-0BD1-E78B53CA5E5F}"/>
                  </a:ext>
                </a:extLst>
              </p:cNvPr>
              <p:cNvCxnSpPr>
                <a:cxnSpLocks/>
                <a:stCxn id="32" idx="6"/>
                <a:endCxn id="142" idx="2"/>
              </p:cNvCxnSpPr>
              <p:nvPr/>
            </p:nvCxnSpPr>
            <p:spPr>
              <a:xfrm>
                <a:off x="4279403" y="4228896"/>
                <a:ext cx="694336" cy="29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2" name="Rak pilkoppling 151">
                <a:extLst>
                  <a:ext uri="{FF2B5EF4-FFF2-40B4-BE49-F238E27FC236}">
                    <a16:creationId xmlns:a16="http://schemas.microsoft.com/office/drawing/2014/main" id="{869A85C7-F24F-53E3-4549-BC5E4D4690D7}"/>
                  </a:ext>
                </a:extLst>
              </p:cNvPr>
              <p:cNvCxnSpPr>
                <a:cxnSpLocks/>
                <a:stCxn id="34" idx="6"/>
                <a:endCxn id="142" idx="2"/>
              </p:cNvCxnSpPr>
              <p:nvPr/>
            </p:nvCxnSpPr>
            <p:spPr>
              <a:xfrm flipV="1">
                <a:off x="4279403" y="4231801"/>
                <a:ext cx="694336" cy="3545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89" name="Grupp 188">
              <a:extLst>
                <a:ext uri="{FF2B5EF4-FFF2-40B4-BE49-F238E27FC236}">
                  <a16:creationId xmlns:a16="http://schemas.microsoft.com/office/drawing/2014/main" id="{FD566131-0B99-F98F-871F-117B4C11DA7E}"/>
                </a:ext>
              </a:extLst>
            </p:cNvPr>
            <p:cNvGrpSpPr/>
            <p:nvPr/>
          </p:nvGrpSpPr>
          <p:grpSpPr>
            <a:xfrm>
              <a:off x="3480733" y="4885245"/>
              <a:ext cx="3080780" cy="1321723"/>
              <a:chOff x="2017680" y="5176190"/>
              <a:chExt cx="3080780" cy="1321723"/>
            </a:xfrm>
          </p:grpSpPr>
          <p:sp>
            <p:nvSpPr>
              <p:cNvPr id="94" name="Ellips 93">
                <a:extLst>
                  <a:ext uri="{FF2B5EF4-FFF2-40B4-BE49-F238E27FC236}">
                    <a16:creationId xmlns:a16="http://schemas.microsoft.com/office/drawing/2014/main" id="{B06DC769-445D-4F63-0A1A-0F46DEB7C0A9}"/>
                  </a:ext>
                </a:extLst>
              </p:cNvPr>
              <p:cNvSpPr/>
              <p:nvPr/>
            </p:nvSpPr>
            <p:spPr>
              <a:xfrm>
                <a:off x="2017680" y="5350044"/>
                <a:ext cx="249443" cy="249443"/>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95" name="Ellips 94">
                <a:extLst>
                  <a:ext uri="{FF2B5EF4-FFF2-40B4-BE49-F238E27FC236}">
                    <a16:creationId xmlns:a16="http://schemas.microsoft.com/office/drawing/2014/main" id="{3C21D665-53B3-DE1D-3D3F-52401465AB26}"/>
                  </a:ext>
                </a:extLst>
              </p:cNvPr>
              <p:cNvSpPr/>
              <p:nvPr/>
            </p:nvSpPr>
            <p:spPr>
              <a:xfrm>
                <a:off x="2017680" y="5707471"/>
                <a:ext cx="249443" cy="249443"/>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96" name="Ellips 95">
                <a:extLst>
                  <a:ext uri="{FF2B5EF4-FFF2-40B4-BE49-F238E27FC236}">
                    <a16:creationId xmlns:a16="http://schemas.microsoft.com/office/drawing/2014/main" id="{79271821-A0E8-5938-4337-86B450A68F57}"/>
                  </a:ext>
                </a:extLst>
              </p:cNvPr>
              <p:cNvSpPr/>
              <p:nvPr/>
            </p:nvSpPr>
            <p:spPr>
              <a:xfrm>
                <a:off x="2017680" y="6064897"/>
                <a:ext cx="249443" cy="249443"/>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97" name="Ellips 96">
                <a:extLst>
                  <a:ext uri="{FF2B5EF4-FFF2-40B4-BE49-F238E27FC236}">
                    <a16:creationId xmlns:a16="http://schemas.microsoft.com/office/drawing/2014/main" id="{7B680EC4-7041-160A-E10B-D3C6640D7A1C}"/>
                  </a:ext>
                </a:extLst>
              </p:cNvPr>
              <p:cNvSpPr/>
              <p:nvPr/>
            </p:nvSpPr>
            <p:spPr>
              <a:xfrm>
                <a:off x="2961459" y="5176190"/>
                <a:ext cx="249443" cy="249443"/>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98" name="Ellips 97">
                <a:extLst>
                  <a:ext uri="{FF2B5EF4-FFF2-40B4-BE49-F238E27FC236}">
                    <a16:creationId xmlns:a16="http://schemas.microsoft.com/office/drawing/2014/main" id="{F98ABF67-4147-7EB3-9064-C29C7B9EBAD2}"/>
                  </a:ext>
                </a:extLst>
              </p:cNvPr>
              <p:cNvSpPr/>
              <p:nvPr/>
            </p:nvSpPr>
            <p:spPr>
              <a:xfrm>
                <a:off x="2961459" y="5533617"/>
                <a:ext cx="249443" cy="249443"/>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99" name="Ellips 98">
                <a:extLst>
                  <a:ext uri="{FF2B5EF4-FFF2-40B4-BE49-F238E27FC236}">
                    <a16:creationId xmlns:a16="http://schemas.microsoft.com/office/drawing/2014/main" id="{CFCA6365-EC50-6478-50BA-3B8A53C2F7F3}"/>
                  </a:ext>
                </a:extLst>
              </p:cNvPr>
              <p:cNvSpPr/>
              <p:nvPr/>
            </p:nvSpPr>
            <p:spPr>
              <a:xfrm>
                <a:off x="2961459" y="5891043"/>
                <a:ext cx="249443" cy="249443"/>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00" name="Ellips 99">
                <a:extLst>
                  <a:ext uri="{FF2B5EF4-FFF2-40B4-BE49-F238E27FC236}">
                    <a16:creationId xmlns:a16="http://schemas.microsoft.com/office/drawing/2014/main" id="{8EA2F51B-F62B-C6EF-7362-383AE347780C}"/>
                  </a:ext>
                </a:extLst>
              </p:cNvPr>
              <p:cNvSpPr/>
              <p:nvPr/>
            </p:nvSpPr>
            <p:spPr>
              <a:xfrm>
                <a:off x="2961459" y="6248470"/>
                <a:ext cx="249443" cy="249443"/>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01" name="Ellips 100">
                <a:extLst>
                  <a:ext uri="{FF2B5EF4-FFF2-40B4-BE49-F238E27FC236}">
                    <a16:creationId xmlns:a16="http://schemas.microsoft.com/office/drawing/2014/main" id="{43365B29-420D-668D-3C98-BC8E1EBD0CEF}"/>
                  </a:ext>
                </a:extLst>
              </p:cNvPr>
              <p:cNvSpPr/>
              <p:nvPr/>
            </p:nvSpPr>
            <p:spPr>
              <a:xfrm>
                <a:off x="3905238" y="5176190"/>
                <a:ext cx="249443" cy="249443"/>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02" name="Ellips 101">
                <a:extLst>
                  <a:ext uri="{FF2B5EF4-FFF2-40B4-BE49-F238E27FC236}">
                    <a16:creationId xmlns:a16="http://schemas.microsoft.com/office/drawing/2014/main" id="{DBA7FC4D-087D-E0BF-8942-31FE29E532C5}"/>
                  </a:ext>
                </a:extLst>
              </p:cNvPr>
              <p:cNvSpPr/>
              <p:nvPr/>
            </p:nvSpPr>
            <p:spPr>
              <a:xfrm>
                <a:off x="3905238" y="5533617"/>
                <a:ext cx="249443" cy="249443"/>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03" name="Ellips 102">
                <a:extLst>
                  <a:ext uri="{FF2B5EF4-FFF2-40B4-BE49-F238E27FC236}">
                    <a16:creationId xmlns:a16="http://schemas.microsoft.com/office/drawing/2014/main" id="{545D1DE8-280E-8FDA-5A86-A567C80A8D67}"/>
                  </a:ext>
                </a:extLst>
              </p:cNvPr>
              <p:cNvSpPr/>
              <p:nvPr/>
            </p:nvSpPr>
            <p:spPr>
              <a:xfrm>
                <a:off x="3905238" y="5891043"/>
                <a:ext cx="249443" cy="249443"/>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04" name="Ellips 103">
                <a:extLst>
                  <a:ext uri="{FF2B5EF4-FFF2-40B4-BE49-F238E27FC236}">
                    <a16:creationId xmlns:a16="http://schemas.microsoft.com/office/drawing/2014/main" id="{B1DA264D-4506-30A5-2DB6-0C7DC3573808}"/>
                  </a:ext>
                </a:extLst>
              </p:cNvPr>
              <p:cNvSpPr/>
              <p:nvPr/>
            </p:nvSpPr>
            <p:spPr>
              <a:xfrm>
                <a:off x="3905238" y="6248470"/>
                <a:ext cx="249443" cy="249443"/>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05" name="Ellips 104">
                <a:extLst>
                  <a:ext uri="{FF2B5EF4-FFF2-40B4-BE49-F238E27FC236}">
                    <a16:creationId xmlns:a16="http://schemas.microsoft.com/office/drawing/2014/main" id="{38BE2222-B586-9029-80E5-DC988D02E262}"/>
                  </a:ext>
                </a:extLst>
              </p:cNvPr>
              <p:cNvSpPr/>
              <p:nvPr/>
            </p:nvSpPr>
            <p:spPr>
              <a:xfrm>
                <a:off x="4849017" y="5350044"/>
                <a:ext cx="249443" cy="249443"/>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cxnSp>
            <p:nvCxnSpPr>
              <p:cNvPr id="106" name="Rak pilkoppling 105">
                <a:extLst>
                  <a:ext uri="{FF2B5EF4-FFF2-40B4-BE49-F238E27FC236}">
                    <a16:creationId xmlns:a16="http://schemas.microsoft.com/office/drawing/2014/main" id="{E22FCE5F-9682-E430-E934-B7524B5430A3}"/>
                  </a:ext>
                </a:extLst>
              </p:cNvPr>
              <p:cNvCxnSpPr>
                <a:stCxn id="94" idx="6"/>
                <a:endCxn id="97" idx="2"/>
              </p:cNvCxnSpPr>
              <p:nvPr/>
            </p:nvCxnSpPr>
            <p:spPr>
              <a:xfrm flipV="1">
                <a:off x="2267123" y="5300911"/>
                <a:ext cx="694336" cy="1738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7" name="Rak pilkoppling 106">
                <a:extLst>
                  <a:ext uri="{FF2B5EF4-FFF2-40B4-BE49-F238E27FC236}">
                    <a16:creationId xmlns:a16="http://schemas.microsoft.com/office/drawing/2014/main" id="{2D04B087-97BC-8091-A6D7-3EE607E42818}"/>
                  </a:ext>
                </a:extLst>
              </p:cNvPr>
              <p:cNvCxnSpPr>
                <a:stCxn id="94" idx="6"/>
                <a:endCxn id="98" idx="2"/>
              </p:cNvCxnSpPr>
              <p:nvPr/>
            </p:nvCxnSpPr>
            <p:spPr>
              <a:xfrm>
                <a:off x="2267123" y="5474765"/>
                <a:ext cx="694336" cy="1835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8" name="Rak pilkoppling 107">
                <a:extLst>
                  <a:ext uri="{FF2B5EF4-FFF2-40B4-BE49-F238E27FC236}">
                    <a16:creationId xmlns:a16="http://schemas.microsoft.com/office/drawing/2014/main" id="{D4EAF155-2B7C-3B78-E68D-EA91A4BCFDDD}"/>
                  </a:ext>
                </a:extLst>
              </p:cNvPr>
              <p:cNvCxnSpPr>
                <a:stCxn id="94" idx="6"/>
                <a:endCxn id="99" idx="2"/>
              </p:cNvCxnSpPr>
              <p:nvPr/>
            </p:nvCxnSpPr>
            <p:spPr>
              <a:xfrm>
                <a:off x="2267123" y="5474765"/>
                <a:ext cx="694336" cy="541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9" name="Rak pilkoppling 108">
                <a:extLst>
                  <a:ext uri="{FF2B5EF4-FFF2-40B4-BE49-F238E27FC236}">
                    <a16:creationId xmlns:a16="http://schemas.microsoft.com/office/drawing/2014/main" id="{A7012F33-97EC-0477-7806-AC9BE22B078F}"/>
                  </a:ext>
                </a:extLst>
              </p:cNvPr>
              <p:cNvCxnSpPr>
                <a:stCxn id="94" idx="6"/>
                <a:endCxn id="100" idx="2"/>
              </p:cNvCxnSpPr>
              <p:nvPr/>
            </p:nvCxnSpPr>
            <p:spPr>
              <a:xfrm>
                <a:off x="2267123" y="5474765"/>
                <a:ext cx="694336" cy="8984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0" name="Rak pilkoppling 109">
                <a:extLst>
                  <a:ext uri="{FF2B5EF4-FFF2-40B4-BE49-F238E27FC236}">
                    <a16:creationId xmlns:a16="http://schemas.microsoft.com/office/drawing/2014/main" id="{E7B6A5CC-B3D9-1FC9-854C-B5A26C6DEE86}"/>
                  </a:ext>
                </a:extLst>
              </p:cNvPr>
              <p:cNvCxnSpPr>
                <a:stCxn id="95" idx="6"/>
                <a:endCxn id="97" idx="2"/>
              </p:cNvCxnSpPr>
              <p:nvPr/>
            </p:nvCxnSpPr>
            <p:spPr>
              <a:xfrm flipV="1">
                <a:off x="2267123" y="5300911"/>
                <a:ext cx="694336" cy="5312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1" name="Rak pilkoppling 110">
                <a:extLst>
                  <a:ext uri="{FF2B5EF4-FFF2-40B4-BE49-F238E27FC236}">
                    <a16:creationId xmlns:a16="http://schemas.microsoft.com/office/drawing/2014/main" id="{8A4A61C4-2332-72D2-7F1C-33A37E57AE32}"/>
                  </a:ext>
                </a:extLst>
              </p:cNvPr>
              <p:cNvCxnSpPr>
                <a:stCxn id="95" idx="6"/>
                <a:endCxn id="98" idx="2"/>
              </p:cNvCxnSpPr>
              <p:nvPr/>
            </p:nvCxnSpPr>
            <p:spPr>
              <a:xfrm flipV="1">
                <a:off x="2267123" y="5658338"/>
                <a:ext cx="694336" cy="1738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2" name="Rak pilkoppling 111">
                <a:extLst>
                  <a:ext uri="{FF2B5EF4-FFF2-40B4-BE49-F238E27FC236}">
                    <a16:creationId xmlns:a16="http://schemas.microsoft.com/office/drawing/2014/main" id="{0E15D7E3-2C63-5018-3611-437F7D58F441}"/>
                  </a:ext>
                </a:extLst>
              </p:cNvPr>
              <p:cNvCxnSpPr>
                <a:stCxn id="95" idx="6"/>
                <a:endCxn id="99" idx="2"/>
              </p:cNvCxnSpPr>
              <p:nvPr/>
            </p:nvCxnSpPr>
            <p:spPr>
              <a:xfrm>
                <a:off x="2267123" y="5832192"/>
                <a:ext cx="694336" cy="1835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3" name="Rak pilkoppling 112">
                <a:extLst>
                  <a:ext uri="{FF2B5EF4-FFF2-40B4-BE49-F238E27FC236}">
                    <a16:creationId xmlns:a16="http://schemas.microsoft.com/office/drawing/2014/main" id="{D0D6EBDA-14DC-9C13-DF7B-A2B4C8C4393F}"/>
                  </a:ext>
                </a:extLst>
              </p:cNvPr>
              <p:cNvCxnSpPr>
                <a:stCxn id="95" idx="6"/>
                <a:endCxn id="100" idx="2"/>
              </p:cNvCxnSpPr>
              <p:nvPr/>
            </p:nvCxnSpPr>
            <p:spPr>
              <a:xfrm>
                <a:off x="2267123" y="5832192"/>
                <a:ext cx="694336" cy="5410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4" name="Rak pilkoppling 113">
                <a:extLst>
                  <a:ext uri="{FF2B5EF4-FFF2-40B4-BE49-F238E27FC236}">
                    <a16:creationId xmlns:a16="http://schemas.microsoft.com/office/drawing/2014/main" id="{31A025B4-7CB2-78AD-D191-D043AE76F370}"/>
                  </a:ext>
                </a:extLst>
              </p:cNvPr>
              <p:cNvCxnSpPr>
                <a:stCxn id="96" idx="6"/>
                <a:endCxn id="97" idx="2"/>
              </p:cNvCxnSpPr>
              <p:nvPr/>
            </p:nvCxnSpPr>
            <p:spPr>
              <a:xfrm flipV="1">
                <a:off x="2267123" y="5300911"/>
                <a:ext cx="694336" cy="88870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5" name="Rak pilkoppling 114">
                <a:extLst>
                  <a:ext uri="{FF2B5EF4-FFF2-40B4-BE49-F238E27FC236}">
                    <a16:creationId xmlns:a16="http://schemas.microsoft.com/office/drawing/2014/main" id="{37482A37-3294-B573-C5CE-661520DB81B4}"/>
                  </a:ext>
                </a:extLst>
              </p:cNvPr>
              <p:cNvCxnSpPr>
                <a:stCxn id="96" idx="6"/>
                <a:endCxn id="98" idx="2"/>
              </p:cNvCxnSpPr>
              <p:nvPr/>
            </p:nvCxnSpPr>
            <p:spPr>
              <a:xfrm flipV="1">
                <a:off x="2267123" y="5658338"/>
                <a:ext cx="694336" cy="5312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6" name="Rak pilkoppling 115">
                <a:extLst>
                  <a:ext uri="{FF2B5EF4-FFF2-40B4-BE49-F238E27FC236}">
                    <a16:creationId xmlns:a16="http://schemas.microsoft.com/office/drawing/2014/main" id="{8E0F0B91-D277-BE17-907E-D431850248BD}"/>
                  </a:ext>
                </a:extLst>
              </p:cNvPr>
              <p:cNvCxnSpPr>
                <a:stCxn id="96" idx="6"/>
                <a:endCxn id="99" idx="2"/>
              </p:cNvCxnSpPr>
              <p:nvPr/>
            </p:nvCxnSpPr>
            <p:spPr>
              <a:xfrm flipV="1">
                <a:off x="2267123" y="6015765"/>
                <a:ext cx="694336" cy="1738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7" name="Rak pilkoppling 116">
                <a:extLst>
                  <a:ext uri="{FF2B5EF4-FFF2-40B4-BE49-F238E27FC236}">
                    <a16:creationId xmlns:a16="http://schemas.microsoft.com/office/drawing/2014/main" id="{96524DA8-BE9B-9371-458E-1E9C1B383A71}"/>
                  </a:ext>
                </a:extLst>
              </p:cNvPr>
              <p:cNvCxnSpPr>
                <a:stCxn id="96" idx="6"/>
                <a:endCxn id="100" idx="2"/>
              </p:cNvCxnSpPr>
              <p:nvPr/>
            </p:nvCxnSpPr>
            <p:spPr>
              <a:xfrm>
                <a:off x="2267123" y="6189619"/>
                <a:ext cx="694336" cy="1835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8" name="Rak pilkoppling 117">
                <a:extLst>
                  <a:ext uri="{FF2B5EF4-FFF2-40B4-BE49-F238E27FC236}">
                    <a16:creationId xmlns:a16="http://schemas.microsoft.com/office/drawing/2014/main" id="{49732B37-D9C0-6705-C62D-4DF34180CB49}"/>
                  </a:ext>
                </a:extLst>
              </p:cNvPr>
              <p:cNvCxnSpPr>
                <a:stCxn id="97" idx="6"/>
                <a:endCxn id="101" idx="2"/>
              </p:cNvCxnSpPr>
              <p:nvPr/>
            </p:nvCxnSpPr>
            <p:spPr>
              <a:xfrm>
                <a:off x="3210902" y="5300911"/>
                <a:ext cx="69433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9" name="Rak pilkoppling 118">
                <a:extLst>
                  <a:ext uri="{FF2B5EF4-FFF2-40B4-BE49-F238E27FC236}">
                    <a16:creationId xmlns:a16="http://schemas.microsoft.com/office/drawing/2014/main" id="{95AE07E0-F878-B995-F98F-1415BC3A196B}"/>
                  </a:ext>
                </a:extLst>
              </p:cNvPr>
              <p:cNvCxnSpPr>
                <a:stCxn id="97" idx="6"/>
                <a:endCxn id="102" idx="2"/>
              </p:cNvCxnSpPr>
              <p:nvPr/>
            </p:nvCxnSpPr>
            <p:spPr>
              <a:xfrm>
                <a:off x="3210902" y="5300911"/>
                <a:ext cx="694336" cy="3574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0" name="Rak pilkoppling 119">
                <a:extLst>
                  <a:ext uri="{FF2B5EF4-FFF2-40B4-BE49-F238E27FC236}">
                    <a16:creationId xmlns:a16="http://schemas.microsoft.com/office/drawing/2014/main" id="{DEE68411-702B-60C3-3EC6-A40CE6B2D96E}"/>
                  </a:ext>
                </a:extLst>
              </p:cNvPr>
              <p:cNvCxnSpPr>
                <a:stCxn id="97" idx="6"/>
                <a:endCxn id="103" idx="2"/>
              </p:cNvCxnSpPr>
              <p:nvPr/>
            </p:nvCxnSpPr>
            <p:spPr>
              <a:xfrm>
                <a:off x="3210902" y="5300911"/>
                <a:ext cx="694336" cy="7148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1" name="Rak pilkoppling 120">
                <a:extLst>
                  <a:ext uri="{FF2B5EF4-FFF2-40B4-BE49-F238E27FC236}">
                    <a16:creationId xmlns:a16="http://schemas.microsoft.com/office/drawing/2014/main" id="{37C9D412-D3BA-64F4-60BF-3F761C37FE1D}"/>
                  </a:ext>
                </a:extLst>
              </p:cNvPr>
              <p:cNvCxnSpPr>
                <a:stCxn id="97" idx="6"/>
                <a:endCxn id="104" idx="2"/>
              </p:cNvCxnSpPr>
              <p:nvPr/>
            </p:nvCxnSpPr>
            <p:spPr>
              <a:xfrm>
                <a:off x="3210902" y="5300911"/>
                <a:ext cx="694336" cy="10722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2" name="Rak pilkoppling 121">
                <a:extLst>
                  <a:ext uri="{FF2B5EF4-FFF2-40B4-BE49-F238E27FC236}">
                    <a16:creationId xmlns:a16="http://schemas.microsoft.com/office/drawing/2014/main" id="{B676E7BC-C40B-6077-61E8-C325766209DC}"/>
                  </a:ext>
                </a:extLst>
              </p:cNvPr>
              <p:cNvCxnSpPr>
                <a:stCxn id="98" idx="6"/>
                <a:endCxn id="101" idx="2"/>
              </p:cNvCxnSpPr>
              <p:nvPr/>
            </p:nvCxnSpPr>
            <p:spPr>
              <a:xfrm flipV="1">
                <a:off x="3210902" y="5300911"/>
                <a:ext cx="694336" cy="3574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3" name="Rak pilkoppling 122">
                <a:extLst>
                  <a:ext uri="{FF2B5EF4-FFF2-40B4-BE49-F238E27FC236}">
                    <a16:creationId xmlns:a16="http://schemas.microsoft.com/office/drawing/2014/main" id="{465474E3-8771-BE9A-B677-C63714A0973B}"/>
                  </a:ext>
                </a:extLst>
              </p:cNvPr>
              <p:cNvCxnSpPr>
                <a:stCxn id="98" idx="6"/>
                <a:endCxn id="102" idx="2"/>
              </p:cNvCxnSpPr>
              <p:nvPr/>
            </p:nvCxnSpPr>
            <p:spPr>
              <a:xfrm>
                <a:off x="3210902" y="5658338"/>
                <a:ext cx="69433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4" name="Rak pilkoppling 123">
                <a:extLst>
                  <a:ext uri="{FF2B5EF4-FFF2-40B4-BE49-F238E27FC236}">
                    <a16:creationId xmlns:a16="http://schemas.microsoft.com/office/drawing/2014/main" id="{C7ADC29B-E72A-56C3-5163-E8526578395D}"/>
                  </a:ext>
                </a:extLst>
              </p:cNvPr>
              <p:cNvCxnSpPr>
                <a:stCxn id="98" idx="6"/>
                <a:endCxn id="103" idx="2"/>
              </p:cNvCxnSpPr>
              <p:nvPr/>
            </p:nvCxnSpPr>
            <p:spPr>
              <a:xfrm>
                <a:off x="3210902" y="5658338"/>
                <a:ext cx="694336" cy="3574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5" name="Rak pilkoppling 124">
                <a:extLst>
                  <a:ext uri="{FF2B5EF4-FFF2-40B4-BE49-F238E27FC236}">
                    <a16:creationId xmlns:a16="http://schemas.microsoft.com/office/drawing/2014/main" id="{286DD9FD-85DD-A04E-C629-EFC420F26055}"/>
                  </a:ext>
                </a:extLst>
              </p:cNvPr>
              <p:cNvCxnSpPr>
                <a:stCxn id="98" idx="6"/>
                <a:endCxn id="104" idx="2"/>
              </p:cNvCxnSpPr>
              <p:nvPr/>
            </p:nvCxnSpPr>
            <p:spPr>
              <a:xfrm>
                <a:off x="3210902" y="5658338"/>
                <a:ext cx="694336" cy="7148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6" name="Rak pilkoppling 125">
                <a:extLst>
                  <a:ext uri="{FF2B5EF4-FFF2-40B4-BE49-F238E27FC236}">
                    <a16:creationId xmlns:a16="http://schemas.microsoft.com/office/drawing/2014/main" id="{2E08AF2F-05F7-D8D4-3F3C-E59489C0B68E}"/>
                  </a:ext>
                </a:extLst>
              </p:cNvPr>
              <p:cNvCxnSpPr>
                <a:stCxn id="99" idx="6"/>
                <a:endCxn id="101" idx="2"/>
              </p:cNvCxnSpPr>
              <p:nvPr/>
            </p:nvCxnSpPr>
            <p:spPr>
              <a:xfrm flipV="1">
                <a:off x="3210902" y="5300911"/>
                <a:ext cx="694336" cy="7148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7" name="Rak pilkoppling 126">
                <a:extLst>
                  <a:ext uri="{FF2B5EF4-FFF2-40B4-BE49-F238E27FC236}">
                    <a16:creationId xmlns:a16="http://schemas.microsoft.com/office/drawing/2014/main" id="{C4F263C0-4FA8-C29A-DD67-48C2212A118B}"/>
                  </a:ext>
                </a:extLst>
              </p:cNvPr>
              <p:cNvCxnSpPr>
                <a:stCxn id="99" idx="6"/>
                <a:endCxn id="102" idx="2"/>
              </p:cNvCxnSpPr>
              <p:nvPr/>
            </p:nvCxnSpPr>
            <p:spPr>
              <a:xfrm flipV="1">
                <a:off x="3210902" y="5658338"/>
                <a:ext cx="694336" cy="3574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8" name="Rak pilkoppling 127">
                <a:extLst>
                  <a:ext uri="{FF2B5EF4-FFF2-40B4-BE49-F238E27FC236}">
                    <a16:creationId xmlns:a16="http://schemas.microsoft.com/office/drawing/2014/main" id="{FD498E3A-F450-875B-02F7-06AEE5095579}"/>
                  </a:ext>
                </a:extLst>
              </p:cNvPr>
              <p:cNvCxnSpPr>
                <a:stCxn id="99" idx="6"/>
                <a:endCxn id="103" idx="2"/>
              </p:cNvCxnSpPr>
              <p:nvPr/>
            </p:nvCxnSpPr>
            <p:spPr>
              <a:xfrm>
                <a:off x="3210902" y="6015765"/>
                <a:ext cx="69433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9" name="Rak pilkoppling 128">
                <a:extLst>
                  <a:ext uri="{FF2B5EF4-FFF2-40B4-BE49-F238E27FC236}">
                    <a16:creationId xmlns:a16="http://schemas.microsoft.com/office/drawing/2014/main" id="{26A9A1C5-C687-439C-991B-507BD88197A3}"/>
                  </a:ext>
                </a:extLst>
              </p:cNvPr>
              <p:cNvCxnSpPr>
                <a:stCxn id="99" idx="6"/>
                <a:endCxn id="104" idx="2"/>
              </p:cNvCxnSpPr>
              <p:nvPr/>
            </p:nvCxnSpPr>
            <p:spPr>
              <a:xfrm>
                <a:off x="3210902" y="6015765"/>
                <a:ext cx="694336" cy="3574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0" name="Rak pilkoppling 129">
                <a:extLst>
                  <a:ext uri="{FF2B5EF4-FFF2-40B4-BE49-F238E27FC236}">
                    <a16:creationId xmlns:a16="http://schemas.microsoft.com/office/drawing/2014/main" id="{361911FD-E6A3-1205-8A27-1179C9DDBDAC}"/>
                  </a:ext>
                </a:extLst>
              </p:cNvPr>
              <p:cNvCxnSpPr>
                <a:stCxn id="100" idx="6"/>
                <a:endCxn id="101" idx="2"/>
              </p:cNvCxnSpPr>
              <p:nvPr/>
            </p:nvCxnSpPr>
            <p:spPr>
              <a:xfrm flipV="1">
                <a:off x="3210902" y="5300911"/>
                <a:ext cx="694336" cy="10722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1" name="Rak pilkoppling 130">
                <a:extLst>
                  <a:ext uri="{FF2B5EF4-FFF2-40B4-BE49-F238E27FC236}">
                    <a16:creationId xmlns:a16="http://schemas.microsoft.com/office/drawing/2014/main" id="{5399EFCD-2FB2-E67A-606D-D9CF5798E26A}"/>
                  </a:ext>
                </a:extLst>
              </p:cNvPr>
              <p:cNvCxnSpPr>
                <a:stCxn id="100" idx="6"/>
                <a:endCxn id="102" idx="2"/>
              </p:cNvCxnSpPr>
              <p:nvPr/>
            </p:nvCxnSpPr>
            <p:spPr>
              <a:xfrm flipV="1">
                <a:off x="3210902" y="5658338"/>
                <a:ext cx="694336" cy="7148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2" name="Rak pilkoppling 131">
                <a:extLst>
                  <a:ext uri="{FF2B5EF4-FFF2-40B4-BE49-F238E27FC236}">
                    <a16:creationId xmlns:a16="http://schemas.microsoft.com/office/drawing/2014/main" id="{AFB502E0-037E-7698-045D-ED7FC3060BAF}"/>
                  </a:ext>
                </a:extLst>
              </p:cNvPr>
              <p:cNvCxnSpPr>
                <a:cxnSpLocks/>
                <a:stCxn id="100" idx="6"/>
                <a:endCxn id="103" idx="2"/>
              </p:cNvCxnSpPr>
              <p:nvPr/>
            </p:nvCxnSpPr>
            <p:spPr>
              <a:xfrm flipV="1">
                <a:off x="3210902" y="6015765"/>
                <a:ext cx="694336" cy="35742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3" name="Rak pilkoppling 132">
                <a:extLst>
                  <a:ext uri="{FF2B5EF4-FFF2-40B4-BE49-F238E27FC236}">
                    <a16:creationId xmlns:a16="http://schemas.microsoft.com/office/drawing/2014/main" id="{503889B1-0881-86C1-12F4-BC0CBD96F686}"/>
                  </a:ext>
                </a:extLst>
              </p:cNvPr>
              <p:cNvCxnSpPr>
                <a:stCxn id="100" idx="6"/>
                <a:endCxn id="104" idx="2"/>
              </p:cNvCxnSpPr>
              <p:nvPr/>
            </p:nvCxnSpPr>
            <p:spPr>
              <a:xfrm>
                <a:off x="3210902" y="6373192"/>
                <a:ext cx="69433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4" name="Rak pilkoppling 133">
                <a:extLst>
                  <a:ext uri="{FF2B5EF4-FFF2-40B4-BE49-F238E27FC236}">
                    <a16:creationId xmlns:a16="http://schemas.microsoft.com/office/drawing/2014/main" id="{28877680-2904-7648-1392-7AFD62C998ED}"/>
                  </a:ext>
                </a:extLst>
              </p:cNvPr>
              <p:cNvCxnSpPr>
                <a:stCxn id="101" idx="6"/>
                <a:endCxn id="105" idx="2"/>
              </p:cNvCxnSpPr>
              <p:nvPr/>
            </p:nvCxnSpPr>
            <p:spPr>
              <a:xfrm>
                <a:off x="4154681" y="5300912"/>
                <a:ext cx="694336" cy="1738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5" name="Rak pilkoppling 134">
                <a:extLst>
                  <a:ext uri="{FF2B5EF4-FFF2-40B4-BE49-F238E27FC236}">
                    <a16:creationId xmlns:a16="http://schemas.microsoft.com/office/drawing/2014/main" id="{6326E533-4D42-0C3B-F5AB-3CB75BCB9A99}"/>
                  </a:ext>
                </a:extLst>
              </p:cNvPr>
              <p:cNvCxnSpPr>
                <a:stCxn id="102" idx="6"/>
                <a:endCxn id="105" idx="2"/>
              </p:cNvCxnSpPr>
              <p:nvPr/>
            </p:nvCxnSpPr>
            <p:spPr>
              <a:xfrm flipV="1">
                <a:off x="4154681" y="5474766"/>
                <a:ext cx="694336" cy="1835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6" name="Rak pilkoppling 135">
                <a:extLst>
                  <a:ext uri="{FF2B5EF4-FFF2-40B4-BE49-F238E27FC236}">
                    <a16:creationId xmlns:a16="http://schemas.microsoft.com/office/drawing/2014/main" id="{8A8C8047-E32A-0305-935C-9A7A615A6D7A}"/>
                  </a:ext>
                </a:extLst>
              </p:cNvPr>
              <p:cNvCxnSpPr>
                <a:stCxn id="103" idx="6"/>
                <a:endCxn id="105" idx="2"/>
              </p:cNvCxnSpPr>
              <p:nvPr/>
            </p:nvCxnSpPr>
            <p:spPr>
              <a:xfrm flipV="1">
                <a:off x="4154681" y="5474766"/>
                <a:ext cx="694336" cy="5409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7" name="Rak pilkoppling 136">
                <a:extLst>
                  <a:ext uri="{FF2B5EF4-FFF2-40B4-BE49-F238E27FC236}">
                    <a16:creationId xmlns:a16="http://schemas.microsoft.com/office/drawing/2014/main" id="{5786D0B9-4F6D-E1E9-D1A0-D0F3FA52776E}"/>
                  </a:ext>
                </a:extLst>
              </p:cNvPr>
              <p:cNvCxnSpPr>
                <a:stCxn id="104" idx="6"/>
                <a:endCxn id="105" idx="2"/>
              </p:cNvCxnSpPr>
              <p:nvPr/>
            </p:nvCxnSpPr>
            <p:spPr>
              <a:xfrm flipV="1">
                <a:off x="4154681" y="5474766"/>
                <a:ext cx="694336" cy="8984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9" name="Ellips 158">
                <a:extLst>
                  <a:ext uri="{FF2B5EF4-FFF2-40B4-BE49-F238E27FC236}">
                    <a16:creationId xmlns:a16="http://schemas.microsoft.com/office/drawing/2014/main" id="{7D3175F4-C4D2-EB17-D91B-FBDDC5C6D801}"/>
                  </a:ext>
                </a:extLst>
              </p:cNvPr>
              <p:cNvSpPr/>
              <p:nvPr/>
            </p:nvSpPr>
            <p:spPr>
              <a:xfrm>
                <a:off x="4849017" y="5707471"/>
                <a:ext cx="249443" cy="249443"/>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60" name="Ellips 159">
                <a:extLst>
                  <a:ext uri="{FF2B5EF4-FFF2-40B4-BE49-F238E27FC236}">
                    <a16:creationId xmlns:a16="http://schemas.microsoft.com/office/drawing/2014/main" id="{EFCEC162-23B8-6204-5547-8AB18BF958C8}"/>
                  </a:ext>
                </a:extLst>
              </p:cNvPr>
              <p:cNvSpPr/>
              <p:nvPr/>
            </p:nvSpPr>
            <p:spPr>
              <a:xfrm>
                <a:off x="4843561" y="6064898"/>
                <a:ext cx="249443" cy="249443"/>
              </a:xfrm>
              <a:prstGeom prst="ellipse">
                <a:avLst/>
              </a:prstGeom>
              <a:solidFill>
                <a:srgbClr val="0B3041"/>
              </a:solidFill>
              <a:ln>
                <a:solidFill>
                  <a:srgbClr val="0742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cxnSp>
            <p:nvCxnSpPr>
              <p:cNvPr id="161" name="Rak pilkoppling 160">
                <a:extLst>
                  <a:ext uri="{FF2B5EF4-FFF2-40B4-BE49-F238E27FC236}">
                    <a16:creationId xmlns:a16="http://schemas.microsoft.com/office/drawing/2014/main" id="{3511755D-1073-6D57-4A23-A656E7D20D78}"/>
                  </a:ext>
                </a:extLst>
              </p:cNvPr>
              <p:cNvCxnSpPr>
                <a:cxnSpLocks/>
                <a:stCxn id="101" idx="6"/>
                <a:endCxn id="159" idx="2"/>
              </p:cNvCxnSpPr>
              <p:nvPr/>
            </p:nvCxnSpPr>
            <p:spPr>
              <a:xfrm>
                <a:off x="4154681" y="5300912"/>
                <a:ext cx="694336" cy="5312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4" name="Rak pilkoppling 163">
                <a:extLst>
                  <a:ext uri="{FF2B5EF4-FFF2-40B4-BE49-F238E27FC236}">
                    <a16:creationId xmlns:a16="http://schemas.microsoft.com/office/drawing/2014/main" id="{DD0EE9E2-2C50-D114-1FB4-5D43C41A6BA2}"/>
                  </a:ext>
                </a:extLst>
              </p:cNvPr>
              <p:cNvCxnSpPr>
                <a:cxnSpLocks/>
                <a:stCxn id="102" idx="6"/>
                <a:endCxn id="159" idx="2"/>
              </p:cNvCxnSpPr>
              <p:nvPr/>
            </p:nvCxnSpPr>
            <p:spPr>
              <a:xfrm>
                <a:off x="4154681" y="5658339"/>
                <a:ext cx="694336" cy="1738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7" name="Rak pilkoppling 166">
                <a:extLst>
                  <a:ext uri="{FF2B5EF4-FFF2-40B4-BE49-F238E27FC236}">
                    <a16:creationId xmlns:a16="http://schemas.microsoft.com/office/drawing/2014/main" id="{F3EE592D-6E06-591E-4DA0-B9BCE962DB41}"/>
                  </a:ext>
                </a:extLst>
              </p:cNvPr>
              <p:cNvCxnSpPr>
                <a:cxnSpLocks/>
                <a:stCxn id="103" idx="6"/>
                <a:endCxn id="159" idx="2"/>
              </p:cNvCxnSpPr>
              <p:nvPr/>
            </p:nvCxnSpPr>
            <p:spPr>
              <a:xfrm flipV="1">
                <a:off x="4154681" y="5832193"/>
                <a:ext cx="694336" cy="1835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9" name="Rak pilkoppling 168">
                <a:extLst>
                  <a:ext uri="{FF2B5EF4-FFF2-40B4-BE49-F238E27FC236}">
                    <a16:creationId xmlns:a16="http://schemas.microsoft.com/office/drawing/2014/main" id="{147A3257-F60F-ABB3-8241-6060BA6C7962}"/>
                  </a:ext>
                </a:extLst>
              </p:cNvPr>
              <p:cNvCxnSpPr>
                <a:cxnSpLocks/>
                <a:stCxn id="104" idx="6"/>
                <a:endCxn id="159" idx="2"/>
              </p:cNvCxnSpPr>
              <p:nvPr/>
            </p:nvCxnSpPr>
            <p:spPr>
              <a:xfrm flipV="1">
                <a:off x="4154681" y="5832193"/>
                <a:ext cx="694336" cy="5409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7" name="Rak pilkoppling 176">
                <a:extLst>
                  <a:ext uri="{FF2B5EF4-FFF2-40B4-BE49-F238E27FC236}">
                    <a16:creationId xmlns:a16="http://schemas.microsoft.com/office/drawing/2014/main" id="{D4048D8D-F7AB-24F7-46CF-1E49BD7DC7AF}"/>
                  </a:ext>
                </a:extLst>
              </p:cNvPr>
              <p:cNvCxnSpPr>
                <a:cxnSpLocks/>
                <a:stCxn id="101" idx="6"/>
                <a:endCxn id="160" idx="2"/>
              </p:cNvCxnSpPr>
              <p:nvPr/>
            </p:nvCxnSpPr>
            <p:spPr>
              <a:xfrm>
                <a:off x="4154681" y="5300912"/>
                <a:ext cx="688880" cy="8887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0" name="Rak pilkoppling 179">
                <a:extLst>
                  <a:ext uri="{FF2B5EF4-FFF2-40B4-BE49-F238E27FC236}">
                    <a16:creationId xmlns:a16="http://schemas.microsoft.com/office/drawing/2014/main" id="{23E57173-E8BB-3855-84A9-41A230D905D3}"/>
                  </a:ext>
                </a:extLst>
              </p:cNvPr>
              <p:cNvCxnSpPr>
                <a:cxnSpLocks/>
                <a:stCxn id="102" idx="6"/>
                <a:endCxn id="160" idx="2"/>
              </p:cNvCxnSpPr>
              <p:nvPr/>
            </p:nvCxnSpPr>
            <p:spPr>
              <a:xfrm>
                <a:off x="4154681" y="5658339"/>
                <a:ext cx="688880" cy="5312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3" name="Rak pilkoppling 182">
                <a:extLst>
                  <a:ext uri="{FF2B5EF4-FFF2-40B4-BE49-F238E27FC236}">
                    <a16:creationId xmlns:a16="http://schemas.microsoft.com/office/drawing/2014/main" id="{A6B4FC9C-EBA7-EAE0-648F-7F6D582C7C0A}"/>
                  </a:ext>
                </a:extLst>
              </p:cNvPr>
              <p:cNvCxnSpPr>
                <a:cxnSpLocks/>
                <a:stCxn id="103" idx="6"/>
                <a:endCxn id="160" idx="2"/>
              </p:cNvCxnSpPr>
              <p:nvPr/>
            </p:nvCxnSpPr>
            <p:spPr>
              <a:xfrm>
                <a:off x="4154681" y="6015765"/>
                <a:ext cx="688880" cy="1738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6" name="Rak pilkoppling 185">
                <a:extLst>
                  <a:ext uri="{FF2B5EF4-FFF2-40B4-BE49-F238E27FC236}">
                    <a16:creationId xmlns:a16="http://schemas.microsoft.com/office/drawing/2014/main" id="{65F6737B-7A0B-9FFF-5A08-4F1996D99472}"/>
                  </a:ext>
                </a:extLst>
              </p:cNvPr>
              <p:cNvCxnSpPr>
                <a:cxnSpLocks/>
                <a:stCxn id="104" idx="6"/>
                <a:endCxn id="160" idx="2"/>
              </p:cNvCxnSpPr>
              <p:nvPr/>
            </p:nvCxnSpPr>
            <p:spPr>
              <a:xfrm flipV="1">
                <a:off x="4154681" y="6189620"/>
                <a:ext cx="688880" cy="1835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191" name="textruta 190">
              <a:extLst>
                <a:ext uri="{FF2B5EF4-FFF2-40B4-BE49-F238E27FC236}">
                  <a16:creationId xmlns:a16="http://schemas.microsoft.com/office/drawing/2014/main" id="{BB0C5647-AE2C-5628-C8F5-40347BEB2A58}"/>
                </a:ext>
              </a:extLst>
            </p:cNvPr>
            <p:cNvSpPr txBox="1"/>
            <p:nvPr/>
          </p:nvSpPr>
          <p:spPr>
            <a:xfrm>
              <a:off x="1461977" y="1895301"/>
              <a:ext cx="1653594" cy="593047"/>
            </a:xfrm>
            <a:prstGeom prst="rect">
              <a:avLst/>
            </a:prstGeom>
            <a:noFill/>
          </p:spPr>
          <p:txBody>
            <a:bodyPr wrap="none" rtlCol="0">
              <a:spAutoFit/>
            </a:bodyPr>
            <a:lstStyle/>
            <a:p>
              <a:pPr algn="ctr">
                <a:lnSpc>
                  <a:spcPct val="150000"/>
                </a:lnSpc>
              </a:pPr>
              <a:r>
                <a:rPr lang="sv-SE" sz="2400" noProof="0" dirty="0">
                  <a:solidFill>
                    <a:schemeClr val="bg1"/>
                  </a:solidFill>
                </a:rPr>
                <a:t>Regression</a:t>
              </a:r>
            </a:p>
          </p:txBody>
        </p:sp>
        <p:sp>
          <p:nvSpPr>
            <p:cNvPr id="192" name="textruta 191">
              <a:extLst>
                <a:ext uri="{FF2B5EF4-FFF2-40B4-BE49-F238E27FC236}">
                  <a16:creationId xmlns:a16="http://schemas.microsoft.com/office/drawing/2014/main" id="{30D08320-82F5-4909-A643-2676ED0431F2}"/>
                </a:ext>
              </a:extLst>
            </p:cNvPr>
            <p:cNvSpPr txBox="1"/>
            <p:nvPr/>
          </p:nvSpPr>
          <p:spPr>
            <a:xfrm>
              <a:off x="422205" y="3479795"/>
              <a:ext cx="2693366" cy="593047"/>
            </a:xfrm>
            <a:prstGeom prst="rect">
              <a:avLst/>
            </a:prstGeom>
            <a:noFill/>
          </p:spPr>
          <p:txBody>
            <a:bodyPr wrap="none" rtlCol="0">
              <a:spAutoFit/>
            </a:bodyPr>
            <a:lstStyle/>
            <a:p>
              <a:pPr algn="ctr">
                <a:lnSpc>
                  <a:spcPct val="150000"/>
                </a:lnSpc>
              </a:pPr>
              <a:r>
                <a:rPr lang="sv-SE" sz="2400" noProof="0" dirty="0">
                  <a:solidFill>
                    <a:schemeClr val="bg1"/>
                  </a:solidFill>
                </a:rPr>
                <a:t>Binär klassificering</a:t>
              </a:r>
            </a:p>
          </p:txBody>
        </p:sp>
        <p:sp>
          <p:nvSpPr>
            <p:cNvPr id="193" name="textruta 192">
              <a:extLst>
                <a:ext uri="{FF2B5EF4-FFF2-40B4-BE49-F238E27FC236}">
                  <a16:creationId xmlns:a16="http://schemas.microsoft.com/office/drawing/2014/main" id="{86AFF1F8-1CED-3541-3191-88346742F90B}"/>
                </a:ext>
              </a:extLst>
            </p:cNvPr>
            <p:cNvSpPr txBox="1"/>
            <p:nvPr/>
          </p:nvSpPr>
          <p:spPr>
            <a:xfrm>
              <a:off x="1571559" y="5164041"/>
              <a:ext cx="1544012" cy="593047"/>
            </a:xfrm>
            <a:prstGeom prst="rect">
              <a:avLst/>
            </a:prstGeom>
            <a:noFill/>
          </p:spPr>
          <p:txBody>
            <a:bodyPr wrap="none" rtlCol="0">
              <a:spAutoFit/>
            </a:bodyPr>
            <a:lstStyle/>
            <a:p>
              <a:pPr algn="ctr">
                <a:lnSpc>
                  <a:spcPct val="150000"/>
                </a:lnSpc>
              </a:pPr>
              <a:r>
                <a:rPr lang="sv-SE" sz="2400" noProof="0" dirty="0">
                  <a:solidFill>
                    <a:schemeClr val="bg1"/>
                  </a:solidFill>
                </a:rPr>
                <a:t>Multiklass</a:t>
              </a:r>
            </a:p>
          </p:txBody>
        </p:sp>
        <p:cxnSp>
          <p:nvCxnSpPr>
            <p:cNvPr id="194" name="Rak pilkoppling 193">
              <a:extLst>
                <a:ext uri="{FF2B5EF4-FFF2-40B4-BE49-F238E27FC236}">
                  <a16:creationId xmlns:a16="http://schemas.microsoft.com/office/drawing/2014/main" id="{50D794C2-E011-900C-D4AD-4F5B87BFFF02}"/>
                </a:ext>
              </a:extLst>
            </p:cNvPr>
            <p:cNvCxnSpPr>
              <a:cxnSpLocks/>
            </p:cNvCxnSpPr>
            <p:nvPr/>
          </p:nvCxnSpPr>
          <p:spPr>
            <a:xfrm>
              <a:off x="6806250" y="2267284"/>
              <a:ext cx="558826"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96" name="Rak pilkoppling 195">
              <a:extLst>
                <a:ext uri="{FF2B5EF4-FFF2-40B4-BE49-F238E27FC236}">
                  <a16:creationId xmlns:a16="http://schemas.microsoft.com/office/drawing/2014/main" id="{C2126E0E-BBFC-154C-90C3-37003AAD1BDB}"/>
                </a:ext>
              </a:extLst>
            </p:cNvPr>
            <p:cNvCxnSpPr>
              <a:cxnSpLocks/>
            </p:cNvCxnSpPr>
            <p:nvPr/>
          </p:nvCxnSpPr>
          <p:spPr>
            <a:xfrm>
              <a:off x="6806250" y="3866098"/>
              <a:ext cx="558826"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97" name="Rak pilkoppling 196">
              <a:extLst>
                <a:ext uri="{FF2B5EF4-FFF2-40B4-BE49-F238E27FC236}">
                  <a16:creationId xmlns:a16="http://schemas.microsoft.com/office/drawing/2014/main" id="{93398B9D-BE52-54F7-B224-B3C2A62E417C}"/>
                </a:ext>
              </a:extLst>
            </p:cNvPr>
            <p:cNvCxnSpPr>
              <a:cxnSpLocks/>
            </p:cNvCxnSpPr>
            <p:nvPr/>
          </p:nvCxnSpPr>
          <p:spPr>
            <a:xfrm>
              <a:off x="6806250" y="5548039"/>
              <a:ext cx="558826"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198" name="textruta 197">
              <a:extLst>
                <a:ext uri="{FF2B5EF4-FFF2-40B4-BE49-F238E27FC236}">
                  <a16:creationId xmlns:a16="http://schemas.microsoft.com/office/drawing/2014/main" id="{0D4C69CF-C121-3F74-0506-6B9D76F40528}"/>
                </a:ext>
              </a:extLst>
            </p:cNvPr>
            <p:cNvSpPr txBox="1"/>
            <p:nvPr/>
          </p:nvSpPr>
          <p:spPr>
            <a:xfrm>
              <a:off x="7599541" y="1895301"/>
              <a:ext cx="1292726" cy="593047"/>
            </a:xfrm>
            <a:prstGeom prst="rect">
              <a:avLst/>
            </a:prstGeom>
            <a:noFill/>
          </p:spPr>
          <p:txBody>
            <a:bodyPr wrap="none" rtlCol="0">
              <a:spAutoFit/>
            </a:bodyPr>
            <a:lstStyle/>
            <a:p>
              <a:pPr>
                <a:lnSpc>
                  <a:spcPct val="150000"/>
                </a:lnSpc>
              </a:pPr>
              <a:r>
                <a:rPr lang="sv-SE" sz="2400" noProof="0" dirty="0">
                  <a:solidFill>
                    <a:schemeClr val="bg1"/>
                  </a:solidFill>
                </a:rPr>
                <a:t>Ett tal ut</a:t>
              </a:r>
            </a:p>
          </p:txBody>
        </p:sp>
        <p:sp>
          <p:nvSpPr>
            <p:cNvPr id="199" name="textruta 198">
              <a:extLst>
                <a:ext uri="{FF2B5EF4-FFF2-40B4-BE49-F238E27FC236}">
                  <a16:creationId xmlns:a16="http://schemas.microsoft.com/office/drawing/2014/main" id="{2DC6136B-51AA-E0BB-B329-0887A232AD4E}"/>
                </a:ext>
              </a:extLst>
            </p:cNvPr>
            <p:cNvSpPr txBox="1"/>
            <p:nvPr/>
          </p:nvSpPr>
          <p:spPr>
            <a:xfrm>
              <a:off x="7599541" y="3479795"/>
              <a:ext cx="3624262" cy="593047"/>
            </a:xfrm>
            <a:prstGeom prst="rect">
              <a:avLst/>
            </a:prstGeom>
            <a:noFill/>
          </p:spPr>
          <p:txBody>
            <a:bodyPr wrap="none" rtlCol="0">
              <a:spAutoFit/>
            </a:bodyPr>
            <a:lstStyle/>
            <a:p>
              <a:pPr>
                <a:lnSpc>
                  <a:spcPct val="150000"/>
                </a:lnSpc>
              </a:pPr>
              <a:r>
                <a:rPr lang="sv-SE" sz="2400" noProof="0" dirty="0">
                  <a:solidFill>
                    <a:schemeClr val="bg1"/>
                  </a:solidFill>
                </a:rPr>
                <a:t>Sannolikhet eller två utfall</a:t>
              </a:r>
            </a:p>
          </p:txBody>
        </p:sp>
        <p:sp>
          <p:nvSpPr>
            <p:cNvPr id="200" name="textruta 199">
              <a:extLst>
                <a:ext uri="{FF2B5EF4-FFF2-40B4-BE49-F238E27FC236}">
                  <a16:creationId xmlns:a16="http://schemas.microsoft.com/office/drawing/2014/main" id="{DEAD8679-498A-DAE0-7654-766FE6DBFF68}"/>
                </a:ext>
              </a:extLst>
            </p:cNvPr>
            <p:cNvSpPr txBox="1"/>
            <p:nvPr/>
          </p:nvSpPr>
          <p:spPr>
            <a:xfrm>
              <a:off x="7599541" y="5164041"/>
              <a:ext cx="2727606" cy="593047"/>
            </a:xfrm>
            <a:prstGeom prst="rect">
              <a:avLst/>
            </a:prstGeom>
            <a:noFill/>
          </p:spPr>
          <p:txBody>
            <a:bodyPr wrap="none" rtlCol="0">
              <a:spAutoFit/>
            </a:bodyPr>
            <a:lstStyle/>
            <a:p>
              <a:pPr>
                <a:lnSpc>
                  <a:spcPct val="150000"/>
                </a:lnSpc>
              </a:pPr>
              <a:r>
                <a:rPr lang="sv-SE" sz="2400" noProof="0" dirty="0">
                  <a:solidFill>
                    <a:schemeClr val="bg1"/>
                  </a:solidFill>
                </a:rPr>
                <a:t>Flera sannolikheter</a:t>
              </a:r>
            </a:p>
          </p:txBody>
        </p:sp>
      </p:grpSp>
    </p:spTree>
    <p:extLst>
      <p:ext uri="{BB962C8B-B14F-4D97-AF65-F5344CB8AC3E}">
        <p14:creationId xmlns:p14="http://schemas.microsoft.com/office/powerpoint/2010/main" val="2251143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C93E0-7CE9-2A45-C3D6-5CBF236667D2}"/>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33F7F7D7-B7EA-3523-1B59-D78AA50F5D9A}"/>
              </a:ext>
            </a:extLst>
          </p:cNvPr>
          <p:cNvSpPr txBox="1"/>
          <p:nvPr/>
        </p:nvSpPr>
        <p:spPr>
          <a:xfrm>
            <a:off x="3207251" y="122735"/>
            <a:ext cx="5777544" cy="830997"/>
          </a:xfrm>
          <a:prstGeom prst="rect">
            <a:avLst/>
          </a:prstGeom>
          <a:noFill/>
        </p:spPr>
        <p:txBody>
          <a:bodyPr wrap="none" rtlCol="0">
            <a:spAutoFit/>
          </a:bodyPr>
          <a:lstStyle/>
          <a:p>
            <a:pPr algn="ctr"/>
            <a:r>
              <a:rPr lang="sv-SE" sz="4800" noProof="0" dirty="0">
                <a:solidFill>
                  <a:schemeClr val="bg1"/>
                </a:solidFill>
              </a:rPr>
              <a:t>Vad lär sig nätverket?</a:t>
            </a:r>
          </a:p>
        </p:txBody>
      </p:sp>
      <p:sp>
        <p:nvSpPr>
          <p:cNvPr id="3" name="textruta 2">
            <a:extLst>
              <a:ext uri="{FF2B5EF4-FFF2-40B4-BE49-F238E27FC236}">
                <a16:creationId xmlns:a16="http://schemas.microsoft.com/office/drawing/2014/main" id="{FA89F89D-87DC-5E1D-6F72-C67EBE261878}"/>
              </a:ext>
            </a:extLst>
          </p:cNvPr>
          <p:cNvSpPr txBox="1"/>
          <p:nvPr/>
        </p:nvSpPr>
        <p:spPr>
          <a:xfrm>
            <a:off x="1686541" y="2402840"/>
            <a:ext cx="5419304" cy="2615524"/>
          </a:xfrm>
          <a:prstGeom prst="rect">
            <a:avLst/>
          </a:prstGeom>
          <a:noFill/>
        </p:spPr>
        <p:txBody>
          <a:bodyPr wrap="none" rtlCol="0">
            <a:spAutoFit/>
          </a:bodyPr>
          <a:lstStyle/>
          <a:p>
            <a:pPr marL="571500" indent="-571500">
              <a:lnSpc>
                <a:spcPct val="150000"/>
              </a:lnSpc>
              <a:buFont typeface="Arial" panose="020B0604020202020204" pitchFamily="34" charset="0"/>
              <a:buChar char="•"/>
            </a:pPr>
            <a:r>
              <a:rPr lang="en-US" sz="2800" noProof="0" dirty="0">
                <a:solidFill>
                  <a:schemeClr val="bg1"/>
                </a:solidFill>
              </a:rPr>
              <a:t>Vikter</a:t>
            </a:r>
          </a:p>
          <a:p>
            <a:pPr marL="571500" indent="-571500">
              <a:lnSpc>
                <a:spcPct val="150000"/>
              </a:lnSpc>
              <a:buFont typeface="Arial" panose="020B0604020202020204" pitchFamily="34" charset="0"/>
              <a:buChar char="•"/>
            </a:pPr>
            <a:r>
              <a:rPr lang="en-US" sz="2800" dirty="0">
                <a:solidFill>
                  <a:schemeClr val="bg1"/>
                </a:solidFill>
              </a:rPr>
              <a:t>Bias</a:t>
            </a:r>
          </a:p>
          <a:p>
            <a:pPr marL="571500" indent="-571500">
              <a:lnSpc>
                <a:spcPct val="150000"/>
              </a:lnSpc>
              <a:buFont typeface="Arial" panose="020B0604020202020204" pitchFamily="34" charset="0"/>
              <a:buChar char="•"/>
            </a:pPr>
            <a:r>
              <a:rPr lang="en-US" sz="2800" noProof="0" dirty="0" err="1">
                <a:solidFill>
                  <a:schemeClr val="bg1"/>
                </a:solidFill>
              </a:rPr>
              <a:t>Användbara</a:t>
            </a:r>
            <a:r>
              <a:rPr lang="en-US" sz="2800" noProof="0" dirty="0">
                <a:solidFill>
                  <a:schemeClr val="bg1"/>
                </a:solidFill>
              </a:rPr>
              <a:t> </a:t>
            </a:r>
            <a:r>
              <a:rPr lang="en-US" sz="2800" noProof="0" dirty="0" err="1">
                <a:solidFill>
                  <a:schemeClr val="bg1"/>
                </a:solidFill>
              </a:rPr>
              <a:t>representationer</a:t>
            </a:r>
            <a:endParaRPr lang="en-US" sz="2800" noProof="0" dirty="0">
              <a:solidFill>
                <a:schemeClr val="bg1"/>
              </a:solidFill>
            </a:endParaRPr>
          </a:p>
          <a:p>
            <a:pPr marL="571500" indent="-571500">
              <a:lnSpc>
                <a:spcPct val="150000"/>
              </a:lnSpc>
              <a:buFont typeface="Arial" panose="020B0604020202020204" pitchFamily="34" charset="0"/>
              <a:buChar char="•"/>
            </a:pPr>
            <a:r>
              <a:rPr lang="en-US" sz="2800" dirty="0" err="1">
                <a:solidFill>
                  <a:schemeClr val="bg1"/>
                </a:solidFill>
              </a:rPr>
              <a:t>Bättre</a:t>
            </a:r>
            <a:r>
              <a:rPr lang="en-US" sz="2800" dirty="0">
                <a:solidFill>
                  <a:schemeClr val="bg1"/>
                </a:solidFill>
              </a:rPr>
              <a:t> </a:t>
            </a:r>
            <a:r>
              <a:rPr lang="en-US" sz="2800" dirty="0" err="1">
                <a:solidFill>
                  <a:schemeClr val="bg1"/>
                </a:solidFill>
              </a:rPr>
              <a:t>väg</a:t>
            </a:r>
            <a:r>
              <a:rPr lang="en-US" sz="2800" dirty="0">
                <a:solidFill>
                  <a:schemeClr val="bg1"/>
                </a:solidFill>
              </a:rPr>
              <a:t> </a:t>
            </a:r>
            <a:r>
              <a:rPr lang="en-US" sz="2800" dirty="0" err="1">
                <a:solidFill>
                  <a:schemeClr val="bg1"/>
                </a:solidFill>
              </a:rPr>
              <a:t>från</a:t>
            </a:r>
            <a:r>
              <a:rPr lang="en-US" sz="2800" dirty="0">
                <a:solidFill>
                  <a:schemeClr val="bg1"/>
                </a:solidFill>
              </a:rPr>
              <a:t> input till output</a:t>
            </a:r>
            <a:endParaRPr lang="sv-SE" sz="2800" noProof="0" dirty="0">
              <a:solidFill>
                <a:schemeClr val="bg1"/>
              </a:solidFill>
            </a:endParaRPr>
          </a:p>
        </p:txBody>
      </p:sp>
    </p:spTree>
    <p:extLst>
      <p:ext uri="{BB962C8B-B14F-4D97-AF65-F5344CB8AC3E}">
        <p14:creationId xmlns:p14="http://schemas.microsoft.com/office/powerpoint/2010/main" val="2575753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D5584-E0CD-2037-21F6-6A9FFA47D2DE}"/>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8FC84BB1-9F13-B56B-31F9-BE70486E7F77}"/>
              </a:ext>
            </a:extLst>
          </p:cNvPr>
          <p:cNvSpPr txBox="1"/>
          <p:nvPr/>
        </p:nvSpPr>
        <p:spPr>
          <a:xfrm>
            <a:off x="4895215" y="122735"/>
            <a:ext cx="2401619" cy="830997"/>
          </a:xfrm>
          <a:prstGeom prst="rect">
            <a:avLst/>
          </a:prstGeom>
          <a:noFill/>
        </p:spPr>
        <p:txBody>
          <a:bodyPr wrap="none" rtlCol="0">
            <a:spAutoFit/>
          </a:bodyPr>
          <a:lstStyle/>
          <a:p>
            <a:pPr algn="ctr"/>
            <a:r>
              <a:rPr lang="sv-SE" sz="4800" noProof="0" dirty="0">
                <a:solidFill>
                  <a:schemeClr val="bg1"/>
                </a:solidFill>
              </a:rPr>
              <a:t>Intuition</a:t>
            </a:r>
          </a:p>
        </p:txBody>
      </p:sp>
      <p:sp>
        <p:nvSpPr>
          <p:cNvPr id="3" name="textruta 2">
            <a:extLst>
              <a:ext uri="{FF2B5EF4-FFF2-40B4-BE49-F238E27FC236}">
                <a16:creationId xmlns:a16="http://schemas.microsoft.com/office/drawing/2014/main" id="{55231898-BB77-AF70-B082-F4966540DF43}"/>
              </a:ext>
            </a:extLst>
          </p:cNvPr>
          <p:cNvSpPr txBox="1"/>
          <p:nvPr/>
        </p:nvSpPr>
        <p:spPr>
          <a:xfrm>
            <a:off x="353883" y="1912389"/>
            <a:ext cx="11484234" cy="3261855"/>
          </a:xfrm>
          <a:prstGeom prst="rect">
            <a:avLst/>
          </a:prstGeom>
          <a:noFill/>
        </p:spPr>
        <p:txBody>
          <a:bodyPr wrap="none" rtlCol="0">
            <a:spAutoFit/>
          </a:bodyPr>
          <a:lstStyle/>
          <a:p>
            <a:pPr marL="571500" indent="-571500">
              <a:lnSpc>
                <a:spcPct val="150000"/>
              </a:lnSpc>
              <a:buFont typeface="Arial" panose="020B0604020202020204" pitchFamily="34" charset="0"/>
              <a:buChar char="•"/>
            </a:pPr>
            <a:r>
              <a:rPr lang="en-US" sz="2800" noProof="0" dirty="0" err="1">
                <a:solidFill>
                  <a:schemeClr val="bg1"/>
                </a:solidFill>
              </a:rPr>
              <a:t>Många</a:t>
            </a:r>
            <a:r>
              <a:rPr lang="en-US" sz="2800" noProof="0" dirty="0">
                <a:solidFill>
                  <a:schemeClr val="bg1"/>
                </a:solidFill>
              </a:rPr>
              <a:t> </a:t>
            </a:r>
            <a:r>
              <a:rPr lang="en-US" sz="2800" noProof="0" dirty="0" err="1">
                <a:solidFill>
                  <a:schemeClr val="bg1"/>
                </a:solidFill>
              </a:rPr>
              <a:t>enkla</a:t>
            </a:r>
            <a:r>
              <a:rPr lang="en-US" sz="2800" noProof="0" dirty="0">
                <a:solidFill>
                  <a:schemeClr val="bg1"/>
                </a:solidFill>
              </a:rPr>
              <a:t> </a:t>
            </a:r>
            <a:r>
              <a:rPr lang="en-US" sz="2800" noProof="0" dirty="0" err="1">
                <a:solidFill>
                  <a:schemeClr val="bg1"/>
                </a:solidFill>
              </a:rPr>
              <a:t>beräkningar</a:t>
            </a:r>
            <a:r>
              <a:rPr lang="en-US" sz="2800" noProof="0" dirty="0">
                <a:solidFill>
                  <a:schemeClr val="bg1"/>
                </a:solidFill>
              </a:rPr>
              <a:t> </a:t>
            </a:r>
            <a:r>
              <a:rPr lang="en-US" sz="2800" noProof="0" dirty="0" err="1">
                <a:solidFill>
                  <a:schemeClr val="bg1"/>
                </a:solidFill>
              </a:rPr>
              <a:t>i</a:t>
            </a:r>
            <a:r>
              <a:rPr lang="en-US" sz="2800" noProof="0" dirty="0">
                <a:solidFill>
                  <a:schemeClr val="bg1"/>
                </a:solidFill>
              </a:rPr>
              <a:t> </a:t>
            </a:r>
            <a:r>
              <a:rPr lang="en-US" sz="2800" noProof="0" dirty="0" err="1">
                <a:solidFill>
                  <a:schemeClr val="bg1"/>
                </a:solidFill>
              </a:rPr>
              <a:t>flera</a:t>
            </a:r>
            <a:r>
              <a:rPr lang="en-US" sz="2800" noProof="0" dirty="0">
                <a:solidFill>
                  <a:schemeClr val="bg1"/>
                </a:solidFill>
              </a:rPr>
              <a:t> lager</a:t>
            </a:r>
          </a:p>
          <a:p>
            <a:pPr marL="571500" indent="-571500">
              <a:lnSpc>
                <a:spcPct val="150000"/>
              </a:lnSpc>
              <a:buFont typeface="Arial" panose="020B0604020202020204" pitchFamily="34" charset="0"/>
              <a:buChar char="•"/>
            </a:pPr>
            <a:r>
              <a:rPr lang="en-US" sz="2800" dirty="0" err="1">
                <a:solidFill>
                  <a:schemeClr val="bg1"/>
                </a:solidFill>
              </a:rPr>
              <a:t>Neuroner</a:t>
            </a:r>
            <a:r>
              <a:rPr lang="en-US" sz="2800" dirty="0">
                <a:solidFill>
                  <a:schemeClr val="bg1"/>
                </a:solidFill>
              </a:rPr>
              <a:t> </a:t>
            </a:r>
            <a:r>
              <a:rPr lang="en-US" sz="2800" dirty="0" err="1">
                <a:solidFill>
                  <a:schemeClr val="bg1"/>
                </a:solidFill>
              </a:rPr>
              <a:t>väger</a:t>
            </a:r>
            <a:r>
              <a:rPr lang="en-US" sz="2800" dirty="0">
                <a:solidFill>
                  <a:schemeClr val="bg1"/>
                </a:solidFill>
              </a:rPr>
              <a:t> </a:t>
            </a:r>
            <a:r>
              <a:rPr lang="en-US" sz="2800" dirty="0" err="1">
                <a:solidFill>
                  <a:schemeClr val="bg1"/>
                </a:solidFill>
              </a:rPr>
              <a:t>ihop</a:t>
            </a:r>
            <a:r>
              <a:rPr lang="en-US" sz="2800" dirty="0">
                <a:solidFill>
                  <a:schemeClr val="bg1"/>
                </a:solidFill>
              </a:rPr>
              <a:t> input med </a:t>
            </a:r>
            <a:r>
              <a:rPr lang="en-US" sz="2800" dirty="0" err="1">
                <a:solidFill>
                  <a:schemeClr val="bg1"/>
                </a:solidFill>
              </a:rPr>
              <a:t>vikter</a:t>
            </a:r>
            <a:r>
              <a:rPr lang="en-US" sz="2800" dirty="0">
                <a:solidFill>
                  <a:schemeClr val="bg1"/>
                </a:solidFill>
              </a:rPr>
              <a:t> och bias</a:t>
            </a:r>
          </a:p>
          <a:p>
            <a:pPr marL="571500" indent="-571500">
              <a:lnSpc>
                <a:spcPct val="150000"/>
              </a:lnSpc>
              <a:buFont typeface="Arial" panose="020B0604020202020204" pitchFamily="34" charset="0"/>
              <a:buChar char="•"/>
            </a:pPr>
            <a:r>
              <a:rPr lang="sv-SE" sz="2800" noProof="0" dirty="0">
                <a:solidFill>
                  <a:schemeClr val="bg1"/>
                </a:solidFill>
              </a:rPr>
              <a:t>Aktiveringsfunktioner gör modellen mer flexibel</a:t>
            </a:r>
          </a:p>
          <a:p>
            <a:pPr marL="571500" indent="-571500">
              <a:lnSpc>
                <a:spcPct val="150000"/>
              </a:lnSpc>
              <a:buFont typeface="Arial" panose="020B0604020202020204" pitchFamily="34" charset="0"/>
              <a:buChar char="•"/>
            </a:pPr>
            <a:r>
              <a:rPr lang="sv-SE" sz="2800" dirty="0">
                <a:solidFill>
                  <a:schemeClr val="bg1"/>
                </a:solidFill>
              </a:rPr>
              <a:t>Flera lager gör att modellen kan bygga mer komplexa representationer</a:t>
            </a:r>
          </a:p>
          <a:p>
            <a:pPr marL="571500" indent="-571500">
              <a:lnSpc>
                <a:spcPct val="150000"/>
              </a:lnSpc>
              <a:buFont typeface="Arial" panose="020B0604020202020204" pitchFamily="34" charset="0"/>
              <a:buChar char="•"/>
            </a:pPr>
            <a:r>
              <a:rPr lang="sv-SE" sz="2800" noProof="0" dirty="0">
                <a:solidFill>
                  <a:schemeClr val="bg1"/>
                </a:solidFill>
              </a:rPr>
              <a:t>Framåtpassage = vägen från input till output</a:t>
            </a:r>
          </a:p>
        </p:txBody>
      </p:sp>
    </p:spTree>
    <p:extLst>
      <p:ext uri="{BB962C8B-B14F-4D97-AF65-F5344CB8AC3E}">
        <p14:creationId xmlns:p14="http://schemas.microsoft.com/office/powerpoint/2010/main" val="2505142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BF430-388F-3166-538D-778440B23041}"/>
            </a:ext>
          </a:extLst>
        </p:cNvPr>
        <p:cNvGrpSpPr/>
        <p:nvPr/>
      </p:nvGrpSpPr>
      <p:grpSpPr>
        <a:xfrm>
          <a:off x="0" y="0"/>
          <a:ext cx="0" cy="0"/>
          <a:chOff x="0" y="0"/>
          <a:chExt cx="0" cy="0"/>
        </a:xfrm>
      </p:grpSpPr>
      <p:sp>
        <p:nvSpPr>
          <p:cNvPr id="2" name="textruta 1">
            <a:extLst>
              <a:ext uri="{FF2B5EF4-FFF2-40B4-BE49-F238E27FC236}">
                <a16:creationId xmlns:a16="http://schemas.microsoft.com/office/drawing/2014/main" id="{E924C65F-4294-5E15-AC57-1A020C4E0B4C}"/>
              </a:ext>
            </a:extLst>
          </p:cNvPr>
          <p:cNvSpPr txBox="1"/>
          <p:nvPr/>
        </p:nvSpPr>
        <p:spPr>
          <a:xfrm>
            <a:off x="947154" y="2367171"/>
            <a:ext cx="6199902" cy="2123658"/>
          </a:xfrm>
          <a:prstGeom prst="rect">
            <a:avLst/>
          </a:prstGeom>
          <a:noFill/>
        </p:spPr>
        <p:txBody>
          <a:bodyPr wrap="none" rtlCol="0">
            <a:spAutoFit/>
          </a:bodyPr>
          <a:lstStyle/>
          <a:p>
            <a:r>
              <a:rPr lang="en-US" sz="6600" dirty="0">
                <a:solidFill>
                  <a:schemeClr val="bg1"/>
                </a:solidFill>
              </a:rPr>
              <a:t>Vad </a:t>
            </a:r>
            <a:r>
              <a:rPr lang="en-US" sz="6600" dirty="0" err="1">
                <a:solidFill>
                  <a:schemeClr val="bg1"/>
                </a:solidFill>
              </a:rPr>
              <a:t>är</a:t>
            </a:r>
            <a:r>
              <a:rPr lang="en-US" sz="6600" dirty="0">
                <a:solidFill>
                  <a:schemeClr val="bg1"/>
                </a:solidFill>
              </a:rPr>
              <a:t> </a:t>
            </a:r>
            <a:r>
              <a:rPr lang="en-US" sz="6600" dirty="0" err="1">
                <a:solidFill>
                  <a:schemeClr val="bg1"/>
                </a:solidFill>
              </a:rPr>
              <a:t>ett</a:t>
            </a:r>
            <a:endParaRPr lang="en-US" sz="6600" dirty="0">
              <a:solidFill>
                <a:schemeClr val="bg1"/>
              </a:solidFill>
            </a:endParaRPr>
          </a:p>
          <a:p>
            <a:r>
              <a:rPr lang="en-US" sz="6600" dirty="0" err="1">
                <a:solidFill>
                  <a:schemeClr val="bg1"/>
                </a:solidFill>
              </a:rPr>
              <a:t>Neuralt</a:t>
            </a:r>
            <a:r>
              <a:rPr lang="en-US" sz="6600" dirty="0">
                <a:solidFill>
                  <a:schemeClr val="bg1"/>
                </a:solidFill>
              </a:rPr>
              <a:t> </a:t>
            </a:r>
            <a:r>
              <a:rPr lang="en-US" sz="6600" dirty="0" err="1">
                <a:solidFill>
                  <a:schemeClr val="bg1"/>
                </a:solidFill>
              </a:rPr>
              <a:t>nätverk</a:t>
            </a:r>
            <a:r>
              <a:rPr lang="en-US" sz="6600" dirty="0">
                <a:solidFill>
                  <a:schemeClr val="bg1"/>
                </a:solidFill>
              </a:rPr>
              <a:t>?</a:t>
            </a:r>
            <a:endParaRPr lang="en-SE" sz="6600" dirty="0">
              <a:solidFill>
                <a:schemeClr val="bg1"/>
              </a:solidFill>
            </a:endParaRPr>
          </a:p>
        </p:txBody>
      </p:sp>
      <p:sp>
        <p:nvSpPr>
          <p:cNvPr id="3" name="textruta 2">
            <a:extLst>
              <a:ext uri="{FF2B5EF4-FFF2-40B4-BE49-F238E27FC236}">
                <a16:creationId xmlns:a16="http://schemas.microsoft.com/office/drawing/2014/main" id="{C3A279E9-9DFB-5B60-401D-E48D3F059641}"/>
              </a:ext>
            </a:extLst>
          </p:cNvPr>
          <p:cNvSpPr txBox="1"/>
          <p:nvPr/>
        </p:nvSpPr>
        <p:spPr>
          <a:xfrm>
            <a:off x="947154" y="5461923"/>
            <a:ext cx="2193229" cy="676532"/>
          </a:xfrm>
          <a:prstGeom prst="rect">
            <a:avLst/>
          </a:prstGeom>
          <a:noFill/>
        </p:spPr>
        <p:txBody>
          <a:bodyPr wrap="none" rtlCol="0">
            <a:spAutoFit/>
          </a:bodyPr>
          <a:lstStyle/>
          <a:p>
            <a:pPr>
              <a:lnSpc>
                <a:spcPct val="150000"/>
              </a:lnSpc>
            </a:pPr>
            <a:r>
              <a:rPr lang="en-GB" sz="2800" dirty="0">
                <a:solidFill>
                  <a:schemeClr val="bg1"/>
                </a:solidFill>
              </a:rPr>
              <a:t>Joakim Lindh</a:t>
            </a:r>
          </a:p>
        </p:txBody>
      </p:sp>
    </p:spTree>
    <p:extLst>
      <p:ext uri="{BB962C8B-B14F-4D97-AF65-F5344CB8AC3E}">
        <p14:creationId xmlns:p14="http://schemas.microsoft.com/office/powerpoint/2010/main" val="1987929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7760</TotalTime>
  <Words>2369</Words>
  <Application>Microsoft Office PowerPoint</Application>
  <PresentationFormat>Bredbild</PresentationFormat>
  <Paragraphs>182</Paragraphs>
  <Slides>15</Slides>
  <Notes>15</Notes>
  <HiddenSlides>0</HiddenSlides>
  <MMClips>0</MMClips>
  <ScaleCrop>false</ScaleCrop>
  <HeadingPairs>
    <vt:vector size="6" baseType="variant">
      <vt:variant>
        <vt:lpstr>Använt teckensnitt</vt:lpstr>
      </vt:variant>
      <vt:variant>
        <vt:i4>4</vt:i4>
      </vt:variant>
      <vt:variant>
        <vt:lpstr>Tema</vt:lpstr>
      </vt:variant>
      <vt:variant>
        <vt:i4>1</vt:i4>
      </vt:variant>
      <vt:variant>
        <vt:lpstr>Bildrubriker</vt:lpstr>
      </vt:variant>
      <vt:variant>
        <vt:i4>15</vt:i4>
      </vt:variant>
    </vt:vector>
  </HeadingPairs>
  <TitlesOfParts>
    <vt:vector size="20" baseType="lpstr">
      <vt:lpstr>Aptos</vt:lpstr>
      <vt:lpstr>Aptos Display</vt:lpstr>
      <vt:lpstr>Arial</vt:lpstr>
      <vt:lpstr>Cambria Math</vt:lpstr>
      <vt:lpstr>Office-tema</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Joakim Lindh</dc:creator>
  <cp:lastModifiedBy>Joakim Lindh</cp:lastModifiedBy>
  <cp:revision>24</cp:revision>
  <dcterms:created xsi:type="dcterms:W3CDTF">2025-12-15T13:03:29Z</dcterms:created>
  <dcterms:modified xsi:type="dcterms:W3CDTF">2026-04-19T13:04:49Z</dcterms:modified>
</cp:coreProperties>
</file>